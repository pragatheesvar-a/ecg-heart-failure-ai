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705600" cy="8991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A192F"/>
    <a:srgbClr val="FF4ECD"/>
    <a:srgbClr val="6A11CB"/>
    <a:srgbClr val="0F2027"/>
    <a:srgbClr val="2C5364"/>
    <a:srgbClr val="E0E0E0"/>
    <a:srgbClr val="00C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47198E-81FE-40A4-880F-698F960874A7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178C466-C1D5-4137-BBC0-B053D5534D18}">
      <dgm:prSet phldrT="[Text]" phldr="0"/>
      <dgm:spPr/>
      <dgm:t>
        <a:bodyPr/>
        <a:lstStyle/>
        <a:p>
          <a:r>
            <a:rPr lang="en-US" dirty="0"/>
            <a:t>ECG DATA</a:t>
          </a:r>
        </a:p>
      </dgm:t>
    </dgm:pt>
    <dgm:pt modelId="{D4909CF2-CEC0-4F08-A23D-1CDA058FF915}" type="parTrans" cxnId="{05131B2C-5FB0-40A4-BD86-29BE8531235A}">
      <dgm:prSet/>
      <dgm:spPr/>
      <dgm:t>
        <a:bodyPr/>
        <a:lstStyle/>
        <a:p>
          <a:endParaRPr lang="en-IN"/>
        </a:p>
      </dgm:t>
    </dgm:pt>
    <dgm:pt modelId="{C64BBB14-83E1-4296-ABEA-33FA4CD012E7}" type="sibTrans" cxnId="{05131B2C-5FB0-40A4-BD86-29BE8531235A}">
      <dgm:prSet/>
      <dgm:spPr/>
      <dgm:t>
        <a:bodyPr/>
        <a:lstStyle/>
        <a:p>
          <a:endParaRPr lang="en-IN"/>
        </a:p>
      </dgm:t>
    </dgm:pt>
    <dgm:pt modelId="{FF14095A-A0DF-4601-8BBA-0D231164511D}">
      <dgm:prSet phldrT="[Text]" phldr="0"/>
      <dgm:spPr/>
      <dgm:t>
        <a:bodyPr/>
        <a:lstStyle/>
        <a:p>
          <a:r>
            <a:rPr lang="en-US" dirty="0"/>
            <a:t>PRE PROCEESING </a:t>
          </a:r>
          <a:endParaRPr lang="en-IN" dirty="0"/>
        </a:p>
      </dgm:t>
    </dgm:pt>
    <dgm:pt modelId="{25A09E41-7E1F-45A4-AEEC-0AF9058359D9}" type="parTrans" cxnId="{167C45CC-FB01-443F-B5B9-B73C9BF10854}">
      <dgm:prSet/>
      <dgm:spPr/>
      <dgm:t>
        <a:bodyPr/>
        <a:lstStyle/>
        <a:p>
          <a:endParaRPr lang="en-IN"/>
        </a:p>
      </dgm:t>
    </dgm:pt>
    <dgm:pt modelId="{43186CD9-178F-4F1B-A898-CDE00184F2F9}" type="sibTrans" cxnId="{167C45CC-FB01-443F-B5B9-B73C9BF10854}">
      <dgm:prSet/>
      <dgm:spPr/>
      <dgm:t>
        <a:bodyPr/>
        <a:lstStyle/>
        <a:p>
          <a:endParaRPr lang="en-IN"/>
        </a:p>
      </dgm:t>
    </dgm:pt>
    <dgm:pt modelId="{0731148D-3BD9-43F3-B5A1-79A11ABEAF62}">
      <dgm:prSet phldrT="[Text]" phldr="0"/>
      <dgm:spPr/>
      <dgm:t>
        <a:bodyPr/>
        <a:lstStyle/>
        <a:p>
          <a:r>
            <a:rPr lang="en-US" dirty="0"/>
            <a:t>AI </a:t>
          </a:r>
          <a:r>
            <a:rPr lang="en-US"/>
            <a:t>MODEL ANALYSIS</a:t>
          </a:r>
          <a:endParaRPr lang="en-IN" dirty="0"/>
        </a:p>
      </dgm:t>
    </dgm:pt>
    <dgm:pt modelId="{7816A2CB-8C0E-42F6-A12D-CFD2DA9F0F4B}" type="parTrans" cxnId="{14086E0A-E1B1-4FF1-A8A0-FDD751D8B812}">
      <dgm:prSet/>
      <dgm:spPr/>
      <dgm:t>
        <a:bodyPr/>
        <a:lstStyle/>
        <a:p>
          <a:endParaRPr lang="en-IN"/>
        </a:p>
      </dgm:t>
    </dgm:pt>
    <dgm:pt modelId="{7570EEB2-9521-4D7A-B81F-C6871601EBA5}" type="sibTrans" cxnId="{14086E0A-E1B1-4FF1-A8A0-FDD751D8B812}">
      <dgm:prSet/>
      <dgm:spPr/>
      <dgm:t>
        <a:bodyPr/>
        <a:lstStyle/>
        <a:p>
          <a:endParaRPr lang="en-IN"/>
        </a:p>
      </dgm:t>
    </dgm:pt>
    <dgm:pt modelId="{6F2B14A6-8252-47FC-B90F-910EFBEFE9C3}">
      <dgm:prSet phldrT="[Text]" phldr="0"/>
      <dgm:spPr/>
      <dgm:t>
        <a:bodyPr/>
        <a:lstStyle/>
        <a:p>
          <a:r>
            <a:rPr lang="en-IN" dirty="0"/>
            <a:t>RISK PREDICTION</a:t>
          </a:r>
        </a:p>
      </dgm:t>
    </dgm:pt>
    <dgm:pt modelId="{F6CE825C-6417-405C-A0C4-A02BA28C386C}" type="parTrans" cxnId="{4DB1ED0D-921A-4531-80B6-4A280F1351BD}">
      <dgm:prSet/>
      <dgm:spPr/>
      <dgm:t>
        <a:bodyPr/>
        <a:lstStyle/>
        <a:p>
          <a:endParaRPr lang="en-IN"/>
        </a:p>
      </dgm:t>
    </dgm:pt>
    <dgm:pt modelId="{D1930AC9-95AB-49E4-AAE3-D27F356EA487}" type="sibTrans" cxnId="{4DB1ED0D-921A-4531-80B6-4A280F1351BD}">
      <dgm:prSet/>
      <dgm:spPr/>
      <dgm:t>
        <a:bodyPr/>
        <a:lstStyle/>
        <a:p>
          <a:endParaRPr lang="en-IN"/>
        </a:p>
      </dgm:t>
    </dgm:pt>
    <dgm:pt modelId="{DB70CB45-78D9-43E6-A1B6-364A4A6F1974}">
      <dgm:prSet phldrT="[Text]" phldr="0"/>
      <dgm:spPr/>
      <dgm:t>
        <a:bodyPr/>
        <a:lstStyle/>
        <a:p>
          <a:r>
            <a:rPr lang="en-US"/>
            <a:t>ALERT SYSTEM</a:t>
          </a:r>
          <a:endParaRPr lang="en-IN" dirty="0"/>
        </a:p>
      </dgm:t>
    </dgm:pt>
    <dgm:pt modelId="{9E5A5E4B-0944-4230-BF9A-3998052FD9DB}" type="parTrans" cxnId="{B74FEDD7-78F7-4C00-98FA-069B3356D390}">
      <dgm:prSet/>
      <dgm:spPr/>
      <dgm:t>
        <a:bodyPr/>
        <a:lstStyle/>
        <a:p>
          <a:endParaRPr lang="en-IN"/>
        </a:p>
      </dgm:t>
    </dgm:pt>
    <dgm:pt modelId="{DBBC157A-AA32-456C-A2E6-E2B333D22887}" type="sibTrans" cxnId="{B74FEDD7-78F7-4C00-98FA-069B3356D390}">
      <dgm:prSet/>
      <dgm:spPr/>
      <dgm:t>
        <a:bodyPr/>
        <a:lstStyle/>
        <a:p>
          <a:endParaRPr lang="en-IN"/>
        </a:p>
      </dgm:t>
    </dgm:pt>
    <dgm:pt modelId="{7EB5BB1D-4E37-4E68-881A-8FFEA92F6433}" type="pres">
      <dgm:prSet presAssocID="{8347198E-81FE-40A4-880F-698F960874A7}" presName="Name0" presStyleCnt="0">
        <dgm:presLayoutVars>
          <dgm:dir/>
          <dgm:resizeHandles val="exact"/>
        </dgm:presLayoutVars>
      </dgm:prSet>
      <dgm:spPr/>
    </dgm:pt>
    <dgm:pt modelId="{8E92B79A-3BD4-47DD-A067-D5B5DD2BBB12}" type="pres">
      <dgm:prSet presAssocID="{7178C466-C1D5-4137-BBC0-B053D5534D18}" presName="node" presStyleLbl="node1" presStyleIdx="0" presStyleCnt="5">
        <dgm:presLayoutVars>
          <dgm:bulletEnabled val="1"/>
        </dgm:presLayoutVars>
      </dgm:prSet>
      <dgm:spPr/>
    </dgm:pt>
    <dgm:pt modelId="{B64064E9-8C3E-4C8F-9501-FA94F381718D}" type="pres">
      <dgm:prSet presAssocID="{C64BBB14-83E1-4296-ABEA-33FA4CD012E7}" presName="sibTrans" presStyleLbl="sibTrans2D1" presStyleIdx="0" presStyleCnt="4"/>
      <dgm:spPr/>
    </dgm:pt>
    <dgm:pt modelId="{C9249F9F-4FEC-4AD2-9620-549AC39F63BE}" type="pres">
      <dgm:prSet presAssocID="{C64BBB14-83E1-4296-ABEA-33FA4CD012E7}" presName="connectorText" presStyleLbl="sibTrans2D1" presStyleIdx="0" presStyleCnt="4"/>
      <dgm:spPr/>
    </dgm:pt>
    <dgm:pt modelId="{4F15D58D-2D4F-4B93-858B-9AA075E682AB}" type="pres">
      <dgm:prSet presAssocID="{FF14095A-A0DF-4601-8BBA-0D231164511D}" presName="node" presStyleLbl="node1" presStyleIdx="1" presStyleCnt="5">
        <dgm:presLayoutVars>
          <dgm:bulletEnabled val="1"/>
        </dgm:presLayoutVars>
      </dgm:prSet>
      <dgm:spPr/>
    </dgm:pt>
    <dgm:pt modelId="{4BE6B6EC-31BB-4EF9-86DD-5C1C8D0F9F8B}" type="pres">
      <dgm:prSet presAssocID="{43186CD9-178F-4F1B-A898-CDE00184F2F9}" presName="sibTrans" presStyleLbl="sibTrans2D1" presStyleIdx="1" presStyleCnt="4"/>
      <dgm:spPr/>
    </dgm:pt>
    <dgm:pt modelId="{E86665AA-D7A2-46CE-B59D-E6F6F822EE4E}" type="pres">
      <dgm:prSet presAssocID="{43186CD9-178F-4F1B-A898-CDE00184F2F9}" presName="connectorText" presStyleLbl="sibTrans2D1" presStyleIdx="1" presStyleCnt="4"/>
      <dgm:spPr/>
    </dgm:pt>
    <dgm:pt modelId="{44D78158-A96A-411B-99C8-553275D4D9E7}" type="pres">
      <dgm:prSet presAssocID="{0731148D-3BD9-43F3-B5A1-79A11ABEAF62}" presName="node" presStyleLbl="node1" presStyleIdx="2" presStyleCnt="5">
        <dgm:presLayoutVars>
          <dgm:bulletEnabled val="1"/>
        </dgm:presLayoutVars>
      </dgm:prSet>
      <dgm:spPr/>
    </dgm:pt>
    <dgm:pt modelId="{808E5496-AC91-4AC5-AB2C-571FFF54C639}" type="pres">
      <dgm:prSet presAssocID="{7570EEB2-9521-4D7A-B81F-C6871601EBA5}" presName="sibTrans" presStyleLbl="sibTrans2D1" presStyleIdx="2" presStyleCnt="4"/>
      <dgm:spPr/>
    </dgm:pt>
    <dgm:pt modelId="{2D319658-3082-479D-9AE0-06EFC6743B63}" type="pres">
      <dgm:prSet presAssocID="{7570EEB2-9521-4D7A-B81F-C6871601EBA5}" presName="connectorText" presStyleLbl="sibTrans2D1" presStyleIdx="2" presStyleCnt="4"/>
      <dgm:spPr/>
    </dgm:pt>
    <dgm:pt modelId="{05C2D766-D055-4A21-83D4-B0F4B5079D17}" type="pres">
      <dgm:prSet presAssocID="{6F2B14A6-8252-47FC-B90F-910EFBEFE9C3}" presName="node" presStyleLbl="node1" presStyleIdx="3" presStyleCnt="5">
        <dgm:presLayoutVars>
          <dgm:bulletEnabled val="1"/>
        </dgm:presLayoutVars>
      </dgm:prSet>
      <dgm:spPr/>
    </dgm:pt>
    <dgm:pt modelId="{DE62559F-EE02-49BE-B21C-65758DB67C2D}" type="pres">
      <dgm:prSet presAssocID="{D1930AC9-95AB-49E4-AAE3-D27F356EA487}" presName="sibTrans" presStyleLbl="sibTrans2D1" presStyleIdx="3" presStyleCnt="4"/>
      <dgm:spPr/>
    </dgm:pt>
    <dgm:pt modelId="{1365B4F5-5045-4405-A642-10590148F75E}" type="pres">
      <dgm:prSet presAssocID="{D1930AC9-95AB-49E4-AAE3-D27F356EA487}" presName="connectorText" presStyleLbl="sibTrans2D1" presStyleIdx="3" presStyleCnt="4"/>
      <dgm:spPr/>
    </dgm:pt>
    <dgm:pt modelId="{ED0C586D-7C3B-4CC5-A403-B476E64962EE}" type="pres">
      <dgm:prSet presAssocID="{DB70CB45-78D9-43E6-A1B6-364A4A6F1974}" presName="node" presStyleLbl="node1" presStyleIdx="4" presStyleCnt="5">
        <dgm:presLayoutVars>
          <dgm:bulletEnabled val="1"/>
        </dgm:presLayoutVars>
      </dgm:prSet>
      <dgm:spPr/>
    </dgm:pt>
  </dgm:ptLst>
  <dgm:cxnLst>
    <dgm:cxn modelId="{14086E0A-E1B1-4FF1-A8A0-FDD751D8B812}" srcId="{8347198E-81FE-40A4-880F-698F960874A7}" destId="{0731148D-3BD9-43F3-B5A1-79A11ABEAF62}" srcOrd="2" destOrd="0" parTransId="{7816A2CB-8C0E-42F6-A12D-CFD2DA9F0F4B}" sibTransId="{7570EEB2-9521-4D7A-B81F-C6871601EBA5}"/>
    <dgm:cxn modelId="{4DB1ED0D-921A-4531-80B6-4A280F1351BD}" srcId="{8347198E-81FE-40A4-880F-698F960874A7}" destId="{6F2B14A6-8252-47FC-B90F-910EFBEFE9C3}" srcOrd="3" destOrd="0" parTransId="{F6CE825C-6417-405C-A0C4-A02BA28C386C}" sibTransId="{D1930AC9-95AB-49E4-AAE3-D27F356EA487}"/>
    <dgm:cxn modelId="{56F0560E-C29F-4CDF-A87C-6CB6ADA807CA}" type="presOf" srcId="{43186CD9-178F-4F1B-A898-CDE00184F2F9}" destId="{4BE6B6EC-31BB-4EF9-86DD-5C1C8D0F9F8B}" srcOrd="0" destOrd="0" presId="urn:microsoft.com/office/officeart/2005/8/layout/process1"/>
    <dgm:cxn modelId="{85B6901F-9E25-40E2-A722-8D51A92AC234}" type="presOf" srcId="{0731148D-3BD9-43F3-B5A1-79A11ABEAF62}" destId="{44D78158-A96A-411B-99C8-553275D4D9E7}" srcOrd="0" destOrd="0" presId="urn:microsoft.com/office/officeart/2005/8/layout/process1"/>
    <dgm:cxn modelId="{DB49E021-3909-4AFD-800E-D773A252F4A2}" type="presOf" srcId="{7178C466-C1D5-4137-BBC0-B053D5534D18}" destId="{8E92B79A-3BD4-47DD-A067-D5B5DD2BBB12}" srcOrd="0" destOrd="0" presId="urn:microsoft.com/office/officeart/2005/8/layout/process1"/>
    <dgm:cxn modelId="{05131B2C-5FB0-40A4-BD86-29BE8531235A}" srcId="{8347198E-81FE-40A4-880F-698F960874A7}" destId="{7178C466-C1D5-4137-BBC0-B053D5534D18}" srcOrd="0" destOrd="0" parTransId="{D4909CF2-CEC0-4F08-A23D-1CDA058FF915}" sibTransId="{C64BBB14-83E1-4296-ABEA-33FA4CD012E7}"/>
    <dgm:cxn modelId="{627A8C4B-A2CF-441C-8B94-70A7A4C27D04}" type="presOf" srcId="{C64BBB14-83E1-4296-ABEA-33FA4CD012E7}" destId="{B64064E9-8C3E-4C8F-9501-FA94F381718D}" srcOrd="0" destOrd="0" presId="urn:microsoft.com/office/officeart/2005/8/layout/process1"/>
    <dgm:cxn modelId="{56FF4253-6107-43F8-A362-6F05F686D695}" type="presOf" srcId="{7570EEB2-9521-4D7A-B81F-C6871601EBA5}" destId="{808E5496-AC91-4AC5-AB2C-571FFF54C639}" srcOrd="0" destOrd="0" presId="urn:microsoft.com/office/officeart/2005/8/layout/process1"/>
    <dgm:cxn modelId="{B2886473-C3F9-4A4B-8B83-62590FEA7B57}" type="presOf" srcId="{FF14095A-A0DF-4601-8BBA-0D231164511D}" destId="{4F15D58D-2D4F-4B93-858B-9AA075E682AB}" srcOrd="0" destOrd="0" presId="urn:microsoft.com/office/officeart/2005/8/layout/process1"/>
    <dgm:cxn modelId="{E4B8A374-D760-4AB9-B6DA-6F4BF329E6AB}" type="presOf" srcId="{7570EEB2-9521-4D7A-B81F-C6871601EBA5}" destId="{2D319658-3082-479D-9AE0-06EFC6743B63}" srcOrd="1" destOrd="0" presId="urn:microsoft.com/office/officeart/2005/8/layout/process1"/>
    <dgm:cxn modelId="{204CD795-3FDF-42EA-9CE8-1BB3152CAA89}" type="presOf" srcId="{D1930AC9-95AB-49E4-AAE3-D27F356EA487}" destId="{1365B4F5-5045-4405-A642-10590148F75E}" srcOrd="1" destOrd="0" presId="urn:microsoft.com/office/officeart/2005/8/layout/process1"/>
    <dgm:cxn modelId="{62C5A197-C815-4E4E-A583-ACABB57585FF}" type="presOf" srcId="{8347198E-81FE-40A4-880F-698F960874A7}" destId="{7EB5BB1D-4E37-4E68-881A-8FFEA92F6433}" srcOrd="0" destOrd="0" presId="urn:microsoft.com/office/officeart/2005/8/layout/process1"/>
    <dgm:cxn modelId="{105B7A9C-B164-4321-B0F3-DACD1BB3E6A4}" type="presOf" srcId="{DB70CB45-78D9-43E6-A1B6-364A4A6F1974}" destId="{ED0C586D-7C3B-4CC5-A403-B476E64962EE}" srcOrd="0" destOrd="0" presId="urn:microsoft.com/office/officeart/2005/8/layout/process1"/>
    <dgm:cxn modelId="{2271DEAF-24F0-4627-8C10-D9833E68C37E}" type="presOf" srcId="{43186CD9-178F-4F1B-A898-CDE00184F2F9}" destId="{E86665AA-D7A2-46CE-B59D-E6F6F822EE4E}" srcOrd="1" destOrd="0" presId="urn:microsoft.com/office/officeart/2005/8/layout/process1"/>
    <dgm:cxn modelId="{FD0FE2AF-7FC5-484D-B32D-ED80C0A8D81E}" type="presOf" srcId="{D1930AC9-95AB-49E4-AAE3-D27F356EA487}" destId="{DE62559F-EE02-49BE-B21C-65758DB67C2D}" srcOrd="0" destOrd="0" presId="urn:microsoft.com/office/officeart/2005/8/layout/process1"/>
    <dgm:cxn modelId="{167C45CC-FB01-443F-B5B9-B73C9BF10854}" srcId="{8347198E-81FE-40A4-880F-698F960874A7}" destId="{FF14095A-A0DF-4601-8BBA-0D231164511D}" srcOrd="1" destOrd="0" parTransId="{25A09E41-7E1F-45A4-AEEC-0AF9058359D9}" sibTransId="{43186CD9-178F-4F1B-A898-CDE00184F2F9}"/>
    <dgm:cxn modelId="{B74FEDD7-78F7-4C00-98FA-069B3356D390}" srcId="{8347198E-81FE-40A4-880F-698F960874A7}" destId="{DB70CB45-78D9-43E6-A1B6-364A4A6F1974}" srcOrd="4" destOrd="0" parTransId="{9E5A5E4B-0944-4230-BF9A-3998052FD9DB}" sibTransId="{DBBC157A-AA32-456C-A2E6-E2B333D22887}"/>
    <dgm:cxn modelId="{971A04EF-B634-4641-8C1E-329107D3150A}" type="presOf" srcId="{C64BBB14-83E1-4296-ABEA-33FA4CD012E7}" destId="{C9249F9F-4FEC-4AD2-9620-549AC39F63BE}" srcOrd="1" destOrd="0" presId="urn:microsoft.com/office/officeart/2005/8/layout/process1"/>
    <dgm:cxn modelId="{F0ECEEF6-D214-41C8-BBBE-EB0454FA6102}" type="presOf" srcId="{6F2B14A6-8252-47FC-B90F-910EFBEFE9C3}" destId="{05C2D766-D055-4A21-83D4-B0F4B5079D17}" srcOrd="0" destOrd="0" presId="urn:microsoft.com/office/officeart/2005/8/layout/process1"/>
    <dgm:cxn modelId="{30B9641A-6949-48F9-96CC-56B2E14D12B4}" type="presParOf" srcId="{7EB5BB1D-4E37-4E68-881A-8FFEA92F6433}" destId="{8E92B79A-3BD4-47DD-A067-D5B5DD2BBB12}" srcOrd="0" destOrd="0" presId="urn:microsoft.com/office/officeart/2005/8/layout/process1"/>
    <dgm:cxn modelId="{B21C7ADB-6896-4D16-98A5-C85DA75477B1}" type="presParOf" srcId="{7EB5BB1D-4E37-4E68-881A-8FFEA92F6433}" destId="{B64064E9-8C3E-4C8F-9501-FA94F381718D}" srcOrd="1" destOrd="0" presId="urn:microsoft.com/office/officeart/2005/8/layout/process1"/>
    <dgm:cxn modelId="{C6CC25CE-1B8A-43C5-974C-308015321204}" type="presParOf" srcId="{B64064E9-8C3E-4C8F-9501-FA94F381718D}" destId="{C9249F9F-4FEC-4AD2-9620-549AC39F63BE}" srcOrd="0" destOrd="0" presId="urn:microsoft.com/office/officeart/2005/8/layout/process1"/>
    <dgm:cxn modelId="{35781E12-17E4-4866-9C54-8D3F439EACD3}" type="presParOf" srcId="{7EB5BB1D-4E37-4E68-881A-8FFEA92F6433}" destId="{4F15D58D-2D4F-4B93-858B-9AA075E682AB}" srcOrd="2" destOrd="0" presId="urn:microsoft.com/office/officeart/2005/8/layout/process1"/>
    <dgm:cxn modelId="{EC7DC053-67F4-4CA7-AEA9-8CDE84EA5F92}" type="presParOf" srcId="{7EB5BB1D-4E37-4E68-881A-8FFEA92F6433}" destId="{4BE6B6EC-31BB-4EF9-86DD-5C1C8D0F9F8B}" srcOrd="3" destOrd="0" presId="urn:microsoft.com/office/officeart/2005/8/layout/process1"/>
    <dgm:cxn modelId="{1711CABB-7109-40CC-9672-14BE00D319AA}" type="presParOf" srcId="{4BE6B6EC-31BB-4EF9-86DD-5C1C8D0F9F8B}" destId="{E86665AA-D7A2-46CE-B59D-E6F6F822EE4E}" srcOrd="0" destOrd="0" presId="urn:microsoft.com/office/officeart/2005/8/layout/process1"/>
    <dgm:cxn modelId="{C379EC8D-74C2-4BDB-815C-1B696B7854ED}" type="presParOf" srcId="{7EB5BB1D-4E37-4E68-881A-8FFEA92F6433}" destId="{44D78158-A96A-411B-99C8-553275D4D9E7}" srcOrd="4" destOrd="0" presId="urn:microsoft.com/office/officeart/2005/8/layout/process1"/>
    <dgm:cxn modelId="{405E8F45-B91C-4DF2-99E6-24E3E60315CF}" type="presParOf" srcId="{7EB5BB1D-4E37-4E68-881A-8FFEA92F6433}" destId="{808E5496-AC91-4AC5-AB2C-571FFF54C639}" srcOrd="5" destOrd="0" presId="urn:microsoft.com/office/officeart/2005/8/layout/process1"/>
    <dgm:cxn modelId="{13ABE0F4-2A41-4001-AE5C-6E6A3DBF1227}" type="presParOf" srcId="{808E5496-AC91-4AC5-AB2C-571FFF54C639}" destId="{2D319658-3082-479D-9AE0-06EFC6743B63}" srcOrd="0" destOrd="0" presId="urn:microsoft.com/office/officeart/2005/8/layout/process1"/>
    <dgm:cxn modelId="{2EE35215-D5B3-40D7-AF88-50F7A8B61AF5}" type="presParOf" srcId="{7EB5BB1D-4E37-4E68-881A-8FFEA92F6433}" destId="{05C2D766-D055-4A21-83D4-B0F4B5079D17}" srcOrd="6" destOrd="0" presId="urn:microsoft.com/office/officeart/2005/8/layout/process1"/>
    <dgm:cxn modelId="{C3166C2C-50E1-49AA-820B-029C426D19A1}" type="presParOf" srcId="{7EB5BB1D-4E37-4E68-881A-8FFEA92F6433}" destId="{DE62559F-EE02-49BE-B21C-65758DB67C2D}" srcOrd="7" destOrd="0" presId="urn:microsoft.com/office/officeart/2005/8/layout/process1"/>
    <dgm:cxn modelId="{F2F81AA7-EEB7-4D74-B1A4-6C5530563290}" type="presParOf" srcId="{DE62559F-EE02-49BE-B21C-65758DB67C2D}" destId="{1365B4F5-5045-4405-A642-10590148F75E}" srcOrd="0" destOrd="0" presId="urn:microsoft.com/office/officeart/2005/8/layout/process1"/>
    <dgm:cxn modelId="{835DEDE1-BA75-411B-B135-58D804307628}" type="presParOf" srcId="{7EB5BB1D-4E37-4E68-881A-8FFEA92F6433}" destId="{ED0C586D-7C3B-4CC5-A403-B476E64962E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6A6C9C-B572-4400-9766-3D5962E55912}" type="doc">
      <dgm:prSet loTypeId="urn:microsoft.com/office/officeart/2005/8/layout/process1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CD19417-D566-4A22-94F8-13229C503CC4}">
      <dgm:prSet phldrT="[Text]" phldr="0"/>
      <dgm:spPr/>
      <dgm:t>
        <a:bodyPr/>
        <a:lstStyle/>
        <a:p>
          <a:r>
            <a:rPr lang="en-US" dirty="0"/>
            <a:t>ECG DATA </a:t>
          </a:r>
          <a:endParaRPr lang="en-IN" dirty="0"/>
        </a:p>
      </dgm:t>
    </dgm:pt>
    <dgm:pt modelId="{4A9E85D2-D2DA-48A0-A6AD-2FF02E5C8227}" type="parTrans" cxnId="{4FF82ED4-D0AA-48BC-9743-A450B9DE157B}">
      <dgm:prSet/>
      <dgm:spPr/>
      <dgm:t>
        <a:bodyPr/>
        <a:lstStyle/>
        <a:p>
          <a:endParaRPr lang="en-IN"/>
        </a:p>
      </dgm:t>
    </dgm:pt>
    <dgm:pt modelId="{D907D376-D8C2-4614-AF0C-CBC7EDEE4697}" type="sibTrans" cxnId="{4FF82ED4-D0AA-48BC-9743-A450B9DE157B}">
      <dgm:prSet/>
      <dgm:spPr/>
      <dgm:t>
        <a:bodyPr/>
        <a:lstStyle/>
        <a:p>
          <a:endParaRPr lang="en-IN"/>
        </a:p>
      </dgm:t>
    </dgm:pt>
    <dgm:pt modelId="{9449B703-A3CA-4950-A78B-451891474ADE}">
      <dgm:prSet phldrT="[Text]" phldr="0"/>
      <dgm:spPr/>
      <dgm:t>
        <a:bodyPr/>
        <a:lstStyle/>
        <a:p>
          <a:r>
            <a:rPr lang="en-US" b="1" dirty="0"/>
            <a:t>PREPROCESSING</a:t>
          </a:r>
          <a:endParaRPr lang="en-IN" b="1" dirty="0"/>
        </a:p>
      </dgm:t>
    </dgm:pt>
    <dgm:pt modelId="{D58F962B-8338-410B-B14D-5F1C7C99A7D3}" type="parTrans" cxnId="{0B77B332-D91C-435F-9289-4E2F621ABC82}">
      <dgm:prSet/>
      <dgm:spPr/>
      <dgm:t>
        <a:bodyPr/>
        <a:lstStyle/>
        <a:p>
          <a:endParaRPr lang="en-IN"/>
        </a:p>
      </dgm:t>
    </dgm:pt>
    <dgm:pt modelId="{330C5348-A2B4-46D9-92F4-44468040FFC3}" type="sibTrans" cxnId="{0B77B332-D91C-435F-9289-4E2F621ABC82}">
      <dgm:prSet/>
      <dgm:spPr/>
      <dgm:t>
        <a:bodyPr/>
        <a:lstStyle/>
        <a:p>
          <a:endParaRPr lang="en-IN"/>
        </a:p>
      </dgm:t>
    </dgm:pt>
    <dgm:pt modelId="{C1525E00-C4CE-4C29-B658-437985E4D6CB}">
      <dgm:prSet phldrT="[Text]" phldr="0"/>
      <dgm:spPr/>
      <dgm:t>
        <a:bodyPr/>
        <a:lstStyle/>
        <a:p>
          <a:r>
            <a:rPr lang="en-US" b="1" dirty="0"/>
            <a:t>FEATURE EXTRACTION</a:t>
          </a:r>
          <a:endParaRPr lang="en-IN" b="1" dirty="0"/>
        </a:p>
      </dgm:t>
    </dgm:pt>
    <dgm:pt modelId="{6C3A93CA-18E5-4A16-A411-C2DF5CD5D3F6}" type="parTrans" cxnId="{EB59401C-06F8-4893-A55D-B25B65341522}">
      <dgm:prSet/>
      <dgm:spPr/>
      <dgm:t>
        <a:bodyPr/>
        <a:lstStyle/>
        <a:p>
          <a:endParaRPr lang="en-IN"/>
        </a:p>
      </dgm:t>
    </dgm:pt>
    <dgm:pt modelId="{B3A76D85-5560-4A46-A6C6-455C664F87A0}" type="sibTrans" cxnId="{EB59401C-06F8-4893-A55D-B25B65341522}">
      <dgm:prSet/>
      <dgm:spPr/>
      <dgm:t>
        <a:bodyPr/>
        <a:lstStyle/>
        <a:p>
          <a:endParaRPr lang="en-IN"/>
        </a:p>
      </dgm:t>
    </dgm:pt>
    <dgm:pt modelId="{F5776D9A-DDF0-42C7-A912-96F8A76CF754}">
      <dgm:prSet phldrT="[Text]" phldr="0"/>
      <dgm:spPr/>
      <dgm:t>
        <a:bodyPr/>
        <a:lstStyle/>
        <a:p>
          <a:r>
            <a:rPr lang="en-US" b="1" dirty="0"/>
            <a:t>AI,ML MODEL ANALYSIS</a:t>
          </a:r>
          <a:endParaRPr lang="en-IN" b="1" dirty="0"/>
        </a:p>
      </dgm:t>
    </dgm:pt>
    <dgm:pt modelId="{F3BFD41C-724F-40A8-8CA5-3B6F0FF2DEF8}" type="parTrans" cxnId="{100EE499-3321-481F-8B6B-50F169E0DFD5}">
      <dgm:prSet/>
      <dgm:spPr/>
      <dgm:t>
        <a:bodyPr/>
        <a:lstStyle/>
        <a:p>
          <a:endParaRPr lang="en-IN"/>
        </a:p>
      </dgm:t>
    </dgm:pt>
    <dgm:pt modelId="{903EFCB5-D384-4957-BA99-2016530EC93F}" type="sibTrans" cxnId="{100EE499-3321-481F-8B6B-50F169E0DFD5}">
      <dgm:prSet/>
      <dgm:spPr/>
      <dgm:t>
        <a:bodyPr/>
        <a:lstStyle/>
        <a:p>
          <a:endParaRPr lang="en-IN"/>
        </a:p>
      </dgm:t>
    </dgm:pt>
    <dgm:pt modelId="{3AD0106D-AA1D-40C5-A78D-E1179A74D7DB}">
      <dgm:prSet phldrT="[Text]" phldr="0"/>
      <dgm:spPr/>
      <dgm:t>
        <a:bodyPr/>
        <a:lstStyle/>
        <a:p>
          <a:r>
            <a:rPr lang="en-US" dirty="0"/>
            <a:t>EARLY PREDICTION ( NOT ACCURACY ) </a:t>
          </a:r>
          <a:endParaRPr lang="en-IN" dirty="0"/>
        </a:p>
      </dgm:t>
    </dgm:pt>
    <dgm:pt modelId="{109BF8FE-19E9-4DB5-BA07-EC3E762214F1}" type="parTrans" cxnId="{EE1CCC20-C3BF-48F8-9AF1-96C08790ABA0}">
      <dgm:prSet/>
      <dgm:spPr/>
      <dgm:t>
        <a:bodyPr/>
        <a:lstStyle/>
        <a:p>
          <a:endParaRPr lang="en-IN"/>
        </a:p>
      </dgm:t>
    </dgm:pt>
    <dgm:pt modelId="{FD187A03-F780-49D4-87AF-D8379729B3F6}" type="sibTrans" cxnId="{EE1CCC20-C3BF-48F8-9AF1-96C08790ABA0}">
      <dgm:prSet/>
      <dgm:spPr/>
      <dgm:t>
        <a:bodyPr/>
        <a:lstStyle/>
        <a:p>
          <a:endParaRPr lang="en-IN"/>
        </a:p>
      </dgm:t>
    </dgm:pt>
    <dgm:pt modelId="{02AE4AAB-18C4-48B7-A9C5-A244112BD12C}" type="pres">
      <dgm:prSet presAssocID="{A56A6C9C-B572-4400-9766-3D5962E55912}" presName="Name0" presStyleCnt="0">
        <dgm:presLayoutVars>
          <dgm:dir/>
          <dgm:resizeHandles val="exact"/>
        </dgm:presLayoutVars>
      </dgm:prSet>
      <dgm:spPr/>
    </dgm:pt>
    <dgm:pt modelId="{C658ED4D-2BB9-4CE6-952E-A28E58D80FA9}" type="pres">
      <dgm:prSet presAssocID="{6CD19417-D566-4A22-94F8-13229C503CC4}" presName="node" presStyleLbl="node1" presStyleIdx="0" presStyleCnt="5">
        <dgm:presLayoutVars>
          <dgm:bulletEnabled val="1"/>
        </dgm:presLayoutVars>
      </dgm:prSet>
      <dgm:spPr/>
    </dgm:pt>
    <dgm:pt modelId="{6E04B93D-CA53-42A0-8E2D-41EC73357F84}" type="pres">
      <dgm:prSet presAssocID="{D907D376-D8C2-4614-AF0C-CBC7EDEE4697}" presName="sibTrans" presStyleLbl="sibTrans2D1" presStyleIdx="0" presStyleCnt="4"/>
      <dgm:spPr/>
    </dgm:pt>
    <dgm:pt modelId="{2C67CA27-4D42-4BEF-A9E6-237C34E48477}" type="pres">
      <dgm:prSet presAssocID="{D907D376-D8C2-4614-AF0C-CBC7EDEE4697}" presName="connectorText" presStyleLbl="sibTrans2D1" presStyleIdx="0" presStyleCnt="4"/>
      <dgm:spPr/>
    </dgm:pt>
    <dgm:pt modelId="{7F4026BF-5782-4D67-AFA5-02B37DD786D2}" type="pres">
      <dgm:prSet presAssocID="{9449B703-A3CA-4950-A78B-451891474ADE}" presName="node" presStyleLbl="node1" presStyleIdx="1" presStyleCnt="5">
        <dgm:presLayoutVars>
          <dgm:bulletEnabled val="1"/>
        </dgm:presLayoutVars>
      </dgm:prSet>
      <dgm:spPr/>
    </dgm:pt>
    <dgm:pt modelId="{B18F1E4B-6D62-4439-819E-04607F42E4A5}" type="pres">
      <dgm:prSet presAssocID="{330C5348-A2B4-46D9-92F4-44468040FFC3}" presName="sibTrans" presStyleLbl="sibTrans2D1" presStyleIdx="1" presStyleCnt="4"/>
      <dgm:spPr/>
    </dgm:pt>
    <dgm:pt modelId="{6625CA0F-1CBA-4F5E-8BC2-7A40685E4D4D}" type="pres">
      <dgm:prSet presAssocID="{330C5348-A2B4-46D9-92F4-44468040FFC3}" presName="connectorText" presStyleLbl="sibTrans2D1" presStyleIdx="1" presStyleCnt="4"/>
      <dgm:spPr/>
    </dgm:pt>
    <dgm:pt modelId="{3B9FA11E-54D5-4C78-8462-E51D5D4C3D7C}" type="pres">
      <dgm:prSet presAssocID="{C1525E00-C4CE-4C29-B658-437985E4D6CB}" presName="node" presStyleLbl="node1" presStyleIdx="2" presStyleCnt="5">
        <dgm:presLayoutVars>
          <dgm:bulletEnabled val="1"/>
        </dgm:presLayoutVars>
      </dgm:prSet>
      <dgm:spPr/>
    </dgm:pt>
    <dgm:pt modelId="{1EC20C17-BD8B-4D4C-ABC7-BE44E9CCF1D8}" type="pres">
      <dgm:prSet presAssocID="{B3A76D85-5560-4A46-A6C6-455C664F87A0}" presName="sibTrans" presStyleLbl="sibTrans2D1" presStyleIdx="2" presStyleCnt="4"/>
      <dgm:spPr/>
    </dgm:pt>
    <dgm:pt modelId="{EF954662-D381-4040-9283-9D0BDC5DFA72}" type="pres">
      <dgm:prSet presAssocID="{B3A76D85-5560-4A46-A6C6-455C664F87A0}" presName="connectorText" presStyleLbl="sibTrans2D1" presStyleIdx="2" presStyleCnt="4"/>
      <dgm:spPr/>
    </dgm:pt>
    <dgm:pt modelId="{C80DD5F6-3A9E-41CB-BBCA-E41D9505B63E}" type="pres">
      <dgm:prSet presAssocID="{F5776D9A-DDF0-42C7-A912-96F8A76CF754}" presName="node" presStyleLbl="node1" presStyleIdx="3" presStyleCnt="5">
        <dgm:presLayoutVars>
          <dgm:bulletEnabled val="1"/>
        </dgm:presLayoutVars>
      </dgm:prSet>
      <dgm:spPr/>
    </dgm:pt>
    <dgm:pt modelId="{9039D181-01F6-47CF-BC5C-F04657A7B30D}" type="pres">
      <dgm:prSet presAssocID="{903EFCB5-D384-4957-BA99-2016530EC93F}" presName="sibTrans" presStyleLbl="sibTrans2D1" presStyleIdx="3" presStyleCnt="4"/>
      <dgm:spPr/>
    </dgm:pt>
    <dgm:pt modelId="{0D70BFA3-5CD0-422F-AE17-3FD7F55D7880}" type="pres">
      <dgm:prSet presAssocID="{903EFCB5-D384-4957-BA99-2016530EC93F}" presName="connectorText" presStyleLbl="sibTrans2D1" presStyleIdx="3" presStyleCnt="4"/>
      <dgm:spPr/>
    </dgm:pt>
    <dgm:pt modelId="{04E1DD84-0752-4199-8F4B-05E0E56E46F2}" type="pres">
      <dgm:prSet presAssocID="{3AD0106D-AA1D-40C5-A78D-E1179A74D7DB}" presName="node" presStyleLbl="node1" presStyleIdx="4" presStyleCnt="5">
        <dgm:presLayoutVars>
          <dgm:bulletEnabled val="1"/>
        </dgm:presLayoutVars>
      </dgm:prSet>
      <dgm:spPr/>
    </dgm:pt>
  </dgm:ptLst>
  <dgm:cxnLst>
    <dgm:cxn modelId="{9F6E0502-8916-4134-9A58-59BAB69F2626}" type="presOf" srcId="{D907D376-D8C2-4614-AF0C-CBC7EDEE4697}" destId="{6E04B93D-CA53-42A0-8E2D-41EC73357F84}" srcOrd="0" destOrd="0" presId="urn:microsoft.com/office/officeart/2005/8/layout/process1"/>
    <dgm:cxn modelId="{EB59401C-06F8-4893-A55D-B25B65341522}" srcId="{A56A6C9C-B572-4400-9766-3D5962E55912}" destId="{C1525E00-C4CE-4C29-B658-437985E4D6CB}" srcOrd="2" destOrd="0" parTransId="{6C3A93CA-18E5-4A16-A411-C2DF5CD5D3F6}" sibTransId="{B3A76D85-5560-4A46-A6C6-455C664F87A0}"/>
    <dgm:cxn modelId="{EE1CCC20-C3BF-48F8-9AF1-96C08790ABA0}" srcId="{A56A6C9C-B572-4400-9766-3D5962E55912}" destId="{3AD0106D-AA1D-40C5-A78D-E1179A74D7DB}" srcOrd="4" destOrd="0" parTransId="{109BF8FE-19E9-4DB5-BA07-EC3E762214F1}" sibTransId="{FD187A03-F780-49D4-87AF-D8379729B3F6}"/>
    <dgm:cxn modelId="{58CBF72B-1FFC-4584-B905-175778D84B90}" type="presOf" srcId="{903EFCB5-D384-4957-BA99-2016530EC93F}" destId="{9039D181-01F6-47CF-BC5C-F04657A7B30D}" srcOrd="0" destOrd="0" presId="urn:microsoft.com/office/officeart/2005/8/layout/process1"/>
    <dgm:cxn modelId="{0B77B332-D91C-435F-9289-4E2F621ABC82}" srcId="{A56A6C9C-B572-4400-9766-3D5962E55912}" destId="{9449B703-A3CA-4950-A78B-451891474ADE}" srcOrd="1" destOrd="0" parTransId="{D58F962B-8338-410B-B14D-5F1C7C99A7D3}" sibTransId="{330C5348-A2B4-46D9-92F4-44468040FFC3}"/>
    <dgm:cxn modelId="{C0FAA839-9D5A-4113-9751-C6B491634572}" type="presOf" srcId="{A56A6C9C-B572-4400-9766-3D5962E55912}" destId="{02AE4AAB-18C4-48B7-A9C5-A244112BD12C}" srcOrd="0" destOrd="0" presId="urn:microsoft.com/office/officeart/2005/8/layout/process1"/>
    <dgm:cxn modelId="{BD2ABF5E-844B-4E79-8B53-5FE405784F82}" type="presOf" srcId="{330C5348-A2B4-46D9-92F4-44468040FFC3}" destId="{6625CA0F-1CBA-4F5E-8BC2-7A40685E4D4D}" srcOrd="1" destOrd="0" presId="urn:microsoft.com/office/officeart/2005/8/layout/process1"/>
    <dgm:cxn modelId="{55BEC164-ACA7-415D-86E4-46B69F043B1E}" type="presOf" srcId="{9449B703-A3CA-4950-A78B-451891474ADE}" destId="{7F4026BF-5782-4D67-AFA5-02B37DD786D2}" srcOrd="0" destOrd="0" presId="urn:microsoft.com/office/officeart/2005/8/layout/process1"/>
    <dgm:cxn modelId="{F4D48766-8A1A-4071-A919-01AF2E757A2D}" type="presOf" srcId="{F5776D9A-DDF0-42C7-A912-96F8A76CF754}" destId="{C80DD5F6-3A9E-41CB-BBCA-E41D9505B63E}" srcOrd="0" destOrd="0" presId="urn:microsoft.com/office/officeart/2005/8/layout/process1"/>
    <dgm:cxn modelId="{100EE499-3321-481F-8B6B-50F169E0DFD5}" srcId="{A56A6C9C-B572-4400-9766-3D5962E55912}" destId="{F5776D9A-DDF0-42C7-A912-96F8A76CF754}" srcOrd="3" destOrd="0" parTransId="{F3BFD41C-724F-40A8-8CA5-3B6F0FF2DEF8}" sibTransId="{903EFCB5-D384-4957-BA99-2016530EC93F}"/>
    <dgm:cxn modelId="{2C6F23A2-A7C4-49D7-9389-93D8FE76F02F}" type="presOf" srcId="{330C5348-A2B4-46D9-92F4-44468040FFC3}" destId="{B18F1E4B-6D62-4439-819E-04607F42E4A5}" srcOrd="0" destOrd="0" presId="urn:microsoft.com/office/officeart/2005/8/layout/process1"/>
    <dgm:cxn modelId="{D2D2FAB3-C15D-456A-9E2F-FD245B81D80B}" type="presOf" srcId="{B3A76D85-5560-4A46-A6C6-455C664F87A0}" destId="{EF954662-D381-4040-9283-9D0BDC5DFA72}" srcOrd="1" destOrd="0" presId="urn:microsoft.com/office/officeart/2005/8/layout/process1"/>
    <dgm:cxn modelId="{5C3B5AC5-F504-49BA-AD9E-C62C17DA0EF5}" type="presOf" srcId="{D907D376-D8C2-4614-AF0C-CBC7EDEE4697}" destId="{2C67CA27-4D42-4BEF-A9E6-237C34E48477}" srcOrd="1" destOrd="0" presId="urn:microsoft.com/office/officeart/2005/8/layout/process1"/>
    <dgm:cxn modelId="{4FF82ED4-D0AA-48BC-9743-A450B9DE157B}" srcId="{A56A6C9C-B572-4400-9766-3D5962E55912}" destId="{6CD19417-D566-4A22-94F8-13229C503CC4}" srcOrd="0" destOrd="0" parTransId="{4A9E85D2-D2DA-48A0-A6AD-2FF02E5C8227}" sibTransId="{D907D376-D8C2-4614-AF0C-CBC7EDEE4697}"/>
    <dgm:cxn modelId="{C8CF1BD6-F04B-498B-A21D-A98E575E6FFB}" type="presOf" srcId="{903EFCB5-D384-4957-BA99-2016530EC93F}" destId="{0D70BFA3-5CD0-422F-AE17-3FD7F55D7880}" srcOrd="1" destOrd="0" presId="urn:microsoft.com/office/officeart/2005/8/layout/process1"/>
    <dgm:cxn modelId="{8B9F1BDA-6D42-40D6-A29B-5B01154B1FF5}" type="presOf" srcId="{3AD0106D-AA1D-40C5-A78D-E1179A74D7DB}" destId="{04E1DD84-0752-4199-8F4B-05E0E56E46F2}" srcOrd="0" destOrd="0" presId="urn:microsoft.com/office/officeart/2005/8/layout/process1"/>
    <dgm:cxn modelId="{5A0170DA-FFCE-4C8E-8817-4281C06F643D}" type="presOf" srcId="{C1525E00-C4CE-4C29-B658-437985E4D6CB}" destId="{3B9FA11E-54D5-4C78-8462-E51D5D4C3D7C}" srcOrd="0" destOrd="0" presId="urn:microsoft.com/office/officeart/2005/8/layout/process1"/>
    <dgm:cxn modelId="{E37521DE-F2FB-4A93-BE50-35D72B936B13}" type="presOf" srcId="{B3A76D85-5560-4A46-A6C6-455C664F87A0}" destId="{1EC20C17-BD8B-4D4C-ABC7-BE44E9CCF1D8}" srcOrd="0" destOrd="0" presId="urn:microsoft.com/office/officeart/2005/8/layout/process1"/>
    <dgm:cxn modelId="{A45BA7E0-16BB-46AD-A4B0-8A2F96F71106}" type="presOf" srcId="{6CD19417-D566-4A22-94F8-13229C503CC4}" destId="{C658ED4D-2BB9-4CE6-952E-A28E58D80FA9}" srcOrd="0" destOrd="0" presId="urn:microsoft.com/office/officeart/2005/8/layout/process1"/>
    <dgm:cxn modelId="{8D1FCAAE-575F-4C28-9B0E-81B1E237C79B}" type="presParOf" srcId="{02AE4AAB-18C4-48B7-A9C5-A244112BD12C}" destId="{C658ED4D-2BB9-4CE6-952E-A28E58D80FA9}" srcOrd="0" destOrd="0" presId="urn:microsoft.com/office/officeart/2005/8/layout/process1"/>
    <dgm:cxn modelId="{3AB2CEBC-D299-4BDB-955C-54A0220FA2D1}" type="presParOf" srcId="{02AE4AAB-18C4-48B7-A9C5-A244112BD12C}" destId="{6E04B93D-CA53-42A0-8E2D-41EC73357F84}" srcOrd="1" destOrd="0" presId="urn:microsoft.com/office/officeart/2005/8/layout/process1"/>
    <dgm:cxn modelId="{C043A43D-F899-4034-BB72-01EA27705D84}" type="presParOf" srcId="{6E04B93D-CA53-42A0-8E2D-41EC73357F84}" destId="{2C67CA27-4D42-4BEF-A9E6-237C34E48477}" srcOrd="0" destOrd="0" presId="urn:microsoft.com/office/officeart/2005/8/layout/process1"/>
    <dgm:cxn modelId="{189F179A-B739-4900-861A-5AECC7AB8CE6}" type="presParOf" srcId="{02AE4AAB-18C4-48B7-A9C5-A244112BD12C}" destId="{7F4026BF-5782-4D67-AFA5-02B37DD786D2}" srcOrd="2" destOrd="0" presId="urn:microsoft.com/office/officeart/2005/8/layout/process1"/>
    <dgm:cxn modelId="{DF001F63-6597-4386-9181-7669578B81FB}" type="presParOf" srcId="{02AE4AAB-18C4-48B7-A9C5-A244112BD12C}" destId="{B18F1E4B-6D62-4439-819E-04607F42E4A5}" srcOrd="3" destOrd="0" presId="urn:microsoft.com/office/officeart/2005/8/layout/process1"/>
    <dgm:cxn modelId="{0893007A-01DB-4197-8A57-24F6BCFC893A}" type="presParOf" srcId="{B18F1E4B-6D62-4439-819E-04607F42E4A5}" destId="{6625CA0F-1CBA-4F5E-8BC2-7A40685E4D4D}" srcOrd="0" destOrd="0" presId="urn:microsoft.com/office/officeart/2005/8/layout/process1"/>
    <dgm:cxn modelId="{DBCEECED-2DFF-45C3-9890-5BB6994221A5}" type="presParOf" srcId="{02AE4AAB-18C4-48B7-A9C5-A244112BD12C}" destId="{3B9FA11E-54D5-4C78-8462-E51D5D4C3D7C}" srcOrd="4" destOrd="0" presId="urn:microsoft.com/office/officeart/2005/8/layout/process1"/>
    <dgm:cxn modelId="{3AC99F77-E948-49FA-92C0-A2CD61464357}" type="presParOf" srcId="{02AE4AAB-18C4-48B7-A9C5-A244112BD12C}" destId="{1EC20C17-BD8B-4D4C-ABC7-BE44E9CCF1D8}" srcOrd="5" destOrd="0" presId="urn:microsoft.com/office/officeart/2005/8/layout/process1"/>
    <dgm:cxn modelId="{FF056AE4-9528-4B1E-BC61-7490E89B9FA6}" type="presParOf" srcId="{1EC20C17-BD8B-4D4C-ABC7-BE44E9CCF1D8}" destId="{EF954662-D381-4040-9283-9D0BDC5DFA72}" srcOrd="0" destOrd="0" presId="urn:microsoft.com/office/officeart/2005/8/layout/process1"/>
    <dgm:cxn modelId="{6250DE94-8421-4C57-98A9-23EA24118B1B}" type="presParOf" srcId="{02AE4AAB-18C4-48B7-A9C5-A244112BD12C}" destId="{C80DD5F6-3A9E-41CB-BBCA-E41D9505B63E}" srcOrd="6" destOrd="0" presId="urn:microsoft.com/office/officeart/2005/8/layout/process1"/>
    <dgm:cxn modelId="{3475F86E-819C-48AE-8BF8-9B358FDE5380}" type="presParOf" srcId="{02AE4AAB-18C4-48B7-A9C5-A244112BD12C}" destId="{9039D181-01F6-47CF-BC5C-F04657A7B30D}" srcOrd="7" destOrd="0" presId="urn:microsoft.com/office/officeart/2005/8/layout/process1"/>
    <dgm:cxn modelId="{CBBFCBC4-9FBE-4E4E-9E4B-F015210E9EE5}" type="presParOf" srcId="{9039D181-01F6-47CF-BC5C-F04657A7B30D}" destId="{0D70BFA3-5CD0-422F-AE17-3FD7F55D7880}" srcOrd="0" destOrd="0" presId="urn:microsoft.com/office/officeart/2005/8/layout/process1"/>
    <dgm:cxn modelId="{39F33864-526A-4039-9544-C308B1D8B9AF}" type="presParOf" srcId="{02AE4AAB-18C4-48B7-A9C5-A244112BD12C}" destId="{04E1DD84-0752-4199-8F4B-05E0E56E46F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8A49DA-B96C-4A48-BA70-A98D35FB8910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98D47A-1EF6-46FA-8EAD-782CB247ADEC}">
      <dgm:prSet phldrT="[Text]" phldr="0"/>
      <dgm:spPr/>
      <dgm:t>
        <a:bodyPr/>
        <a:lstStyle/>
        <a:p>
          <a:r>
            <a:rPr lang="en-US" b="1" dirty="0"/>
            <a:t>ECG SIGNAL</a:t>
          </a:r>
          <a:endParaRPr lang="en-IN" b="1" dirty="0"/>
        </a:p>
      </dgm:t>
    </dgm:pt>
    <dgm:pt modelId="{2886E1CF-C1F8-4EE5-A36E-396A3FAE1583}" type="parTrans" cxnId="{1C8EA6DA-B468-4593-B8ED-C3A2CD96EDE7}">
      <dgm:prSet/>
      <dgm:spPr/>
      <dgm:t>
        <a:bodyPr/>
        <a:lstStyle/>
        <a:p>
          <a:endParaRPr lang="en-IN"/>
        </a:p>
      </dgm:t>
    </dgm:pt>
    <dgm:pt modelId="{6A891795-4E05-405D-A630-BC58894E693C}" type="sibTrans" cxnId="{1C8EA6DA-B468-4593-B8ED-C3A2CD96EDE7}">
      <dgm:prSet/>
      <dgm:spPr/>
      <dgm:t>
        <a:bodyPr/>
        <a:lstStyle/>
        <a:p>
          <a:endParaRPr lang="en-IN"/>
        </a:p>
      </dgm:t>
    </dgm:pt>
    <dgm:pt modelId="{1534957E-28C5-4B35-BE30-FD66CA0975F3}">
      <dgm:prSet phldrT="[Text]" phldr="0"/>
      <dgm:spPr/>
      <dgm:t>
        <a:bodyPr/>
        <a:lstStyle/>
        <a:p>
          <a:r>
            <a:rPr lang="en-US" dirty="0"/>
            <a:t>AI MODEL</a:t>
          </a:r>
          <a:endParaRPr lang="en-IN" dirty="0"/>
        </a:p>
      </dgm:t>
    </dgm:pt>
    <dgm:pt modelId="{AC6B5043-CE82-46CA-BE7D-06BC387C8E9C}" type="parTrans" cxnId="{67307B78-5E0B-4811-8CB5-D8A230A48542}">
      <dgm:prSet/>
      <dgm:spPr/>
      <dgm:t>
        <a:bodyPr/>
        <a:lstStyle/>
        <a:p>
          <a:endParaRPr lang="en-IN"/>
        </a:p>
      </dgm:t>
    </dgm:pt>
    <dgm:pt modelId="{304D3354-10F6-433D-84D5-58734B546B48}" type="sibTrans" cxnId="{67307B78-5E0B-4811-8CB5-D8A230A48542}">
      <dgm:prSet/>
      <dgm:spPr/>
      <dgm:t>
        <a:bodyPr/>
        <a:lstStyle/>
        <a:p>
          <a:endParaRPr lang="en-IN"/>
        </a:p>
      </dgm:t>
    </dgm:pt>
    <dgm:pt modelId="{212A9E43-A00B-4FC8-B646-A0E2355C70F8}">
      <dgm:prSet phldrT="[Text]" phldr="0"/>
      <dgm:spPr/>
      <dgm:t>
        <a:bodyPr/>
        <a:lstStyle/>
        <a:p>
          <a:r>
            <a:rPr lang="en-US" b="1" dirty="0"/>
            <a:t>CLASSIFICATION</a:t>
          </a:r>
          <a:endParaRPr lang="en-IN" b="1" dirty="0"/>
        </a:p>
      </dgm:t>
    </dgm:pt>
    <dgm:pt modelId="{CBE5998D-C524-45F4-BA06-8BFDD770240A}" type="parTrans" cxnId="{09D7A598-E45E-48E2-8948-EA750ECD92D4}">
      <dgm:prSet/>
      <dgm:spPr/>
      <dgm:t>
        <a:bodyPr/>
        <a:lstStyle/>
        <a:p>
          <a:endParaRPr lang="en-IN"/>
        </a:p>
      </dgm:t>
    </dgm:pt>
    <dgm:pt modelId="{347672C4-9D3F-41B3-98A0-143F9C7523C7}" type="sibTrans" cxnId="{09D7A598-E45E-48E2-8948-EA750ECD92D4}">
      <dgm:prSet/>
      <dgm:spPr/>
      <dgm:t>
        <a:bodyPr/>
        <a:lstStyle/>
        <a:p>
          <a:endParaRPr lang="en-IN"/>
        </a:p>
      </dgm:t>
    </dgm:pt>
    <dgm:pt modelId="{EBDDE467-90F9-4818-BA6A-9138C0450763}">
      <dgm:prSet phldrT="[Text]" phldr="0"/>
      <dgm:spPr/>
      <dgm:t>
        <a:bodyPr/>
        <a:lstStyle/>
        <a:p>
          <a:r>
            <a:rPr lang="en-US" dirty="0"/>
            <a:t>PREDICATION</a:t>
          </a:r>
          <a:endParaRPr lang="en-IN" dirty="0"/>
        </a:p>
      </dgm:t>
    </dgm:pt>
    <dgm:pt modelId="{5424741D-2628-486A-8298-60A4AE2635EF}" type="parTrans" cxnId="{56120DE2-4DC0-4A5B-8CFA-142710CA3175}">
      <dgm:prSet/>
      <dgm:spPr/>
      <dgm:t>
        <a:bodyPr/>
        <a:lstStyle/>
        <a:p>
          <a:endParaRPr lang="en-IN"/>
        </a:p>
      </dgm:t>
    </dgm:pt>
    <dgm:pt modelId="{C43BE1C5-CF85-45CB-9556-54A08C396553}" type="sibTrans" cxnId="{56120DE2-4DC0-4A5B-8CFA-142710CA3175}">
      <dgm:prSet/>
      <dgm:spPr/>
      <dgm:t>
        <a:bodyPr/>
        <a:lstStyle/>
        <a:p>
          <a:endParaRPr lang="en-IN"/>
        </a:p>
      </dgm:t>
    </dgm:pt>
    <dgm:pt modelId="{357325CC-CBC2-4EEE-B306-783FB5D778F4}" type="pres">
      <dgm:prSet presAssocID="{318A49DA-B96C-4A48-BA70-A98D35FB8910}" presName="Name0" presStyleCnt="0">
        <dgm:presLayoutVars>
          <dgm:dir/>
          <dgm:resizeHandles val="exact"/>
        </dgm:presLayoutVars>
      </dgm:prSet>
      <dgm:spPr/>
    </dgm:pt>
    <dgm:pt modelId="{1B0936FE-0CF6-4D1C-8539-008640596E42}" type="pres">
      <dgm:prSet presAssocID="{1698D47A-1EF6-46FA-8EAD-782CB247ADEC}" presName="node" presStyleLbl="node1" presStyleIdx="0" presStyleCnt="4">
        <dgm:presLayoutVars>
          <dgm:bulletEnabled val="1"/>
        </dgm:presLayoutVars>
      </dgm:prSet>
      <dgm:spPr/>
    </dgm:pt>
    <dgm:pt modelId="{6649A75E-FA62-4FF6-AE01-D86289769B21}" type="pres">
      <dgm:prSet presAssocID="{6A891795-4E05-405D-A630-BC58894E693C}" presName="sibTrans" presStyleLbl="sibTrans2D1" presStyleIdx="0" presStyleCnt="3"/>
      <dgm:spPr/>
    </dgm:pt>
    <dgm:pt modelId="{9AEA62E9-179E-4999-8689-EC45CE1C2439}" type="pres">
      <dgm:prSet presAssocID="{6A891795-4E05-405D-A630-BC58894E693C}" presName="connectorText" presStyleLbl="sibTrans2D1" presStyleIdx="0" presStyleCnt="3"/>
      <dgm:spPr/>
    </dgm:pt>
    <dgm:pt modelId="{38EEDFBC-E465-49CB-8255-5E340AD91638}" type="pres">
      <dgm:prSet presAssocID="{1534957E-28C5-4B35-BE30-FD66CA0975F3}" presName="node" presStyleLbl="node1" presStyleIdx="1" presStyleCnt="4">
        <dgm:presLayoutVars>
          <dgm:bulletEnabled val="1"/>
        </dgm:presLayoutVars>
      </dgm:prSet>
      <dgm:spPr/>
    </dgm:pt>
    <dgm:pt modelId="{A3C8B46F-7DF9-444E-A281-639D7525D2B9}" type="pres">
      <dgm:prSet presAssocID="{304D3354-10F6-433D-84D5-58734B546B48}" presName="sibTrans" presStyleLbl="sibTrans2D1" presStyleIdx="1" presStyleCnt="3"/>
      <dgm:spPr/>
    </dgm:pt>
    <dgm:pt modelId="{DDD72D92-9C04-4B59-98EA-2F9CC916164C}" type="pres">
      <dgm:prSet presAssocID="{304D3354-10F6-433D-84D5-58734B546B48}" presName="connectorText" presStyleLbl="sibTrans2D1" presStyleIdx="1" presStyleCnt="3"/>
      <dgm:spPr/>
    </dgm:pt>
    <dgm:pt modelId="{1B15BEC7-746B-4F22-A58E-C2BCF1F49D18}" type="pres">
      <dgm:prSet presAssocID="{212A9E43-A00B-4FC8-B646-A0E2355C70F8}" presName="node" presStyleLbl="node1" presStyleIdx="2" presStyleCnt="4">
        <dgm:presLayoutVars>
          <dgm:bulletEnabled val="1"/>
        </dgm:presLayoutVars>
      </dgm:prSet>
      <dgm:spPr/>
    </dgm:pt>
    <dgm:pt modelId="{567858D5-CD71-4115-A29C-B83C0A98C601}" type="pres">
      <dgm:prSet presAssocID="{347672C4-9D3F-41B3-98A0-143F9C7523C7}" presName="sibTrans" presStyleLbl="sibTrans2D1" presStyleIdx="2" presStyleCnt="3"/>
      <dgm:spPr/>
    </dgm:pt>
    <dgm:pt modelId="{4D57E2DA-387E-478B-BF15-164F2597ABBF}" type="pres">
      <dgm:prSet presAssocID="{347672C4-9D3F-41B3-98A0-143F9C7523C7}" presName="connectorText" presStyleLbl="sibTrans2D1" presStyleIdx="2" presStyleCnt="3"/>
      <dgm:spPr/>
    </dgm:pt>
    <dgm:pt modelId="{20CC0639-E521-473F-9AF9-AB1F75855085}" type="pres">
      <dgm:prSet presAssocID="{EBDDE467-90F9-4818-BA6A-9138C0450763}" presName="node" presStyleLbl="node1" presStyleIdx="3" presStyleCnt="4">
        <dgm:presLayoutVars>
          <dgm:bulletEnabled val="1"/>
        </dgm:presLayoutVars>
      </dgm:prSet>
      <dgm:spPr/>
    </dgm:pt>
  </dgm:ptLst>
  <dgm:cxnLst>
    <dgm:cxn modelId="{B4C8EF0B-9EC0-42CF-BB2F-7D67291F637A}" type="presOf" srcId="{EBDDE467-90F9-4818-BA6A-9138C0450763}" destId="{20CC0639-E521-473F-9AF9-AB1F75855085}" srcOrd="0" destOrd="0" presId="urn:microsoft.com/office/officeart/2005/8/layout/process1"/>
    <dgm:cxn modelId="{AA01BE1B-DBEC-46C9-A086-A16DE5E0B5BE}" type="presOf" srcId="{1698D47A-1EF6-46FA-8EAD-782CB247ADEC}" destId="{1B0936FE-0CF6-4D1C-8539-008640596E42}" srcOrd="0" destOrd="0" presId="urn:microsoft.com/office/officeart/2005/8/layout/process1"/>
    <dgm:cxn modelId="{C9E44520-C8AA-43FD-8228-29F96786A05F}" type="presOf" srcId="{1534957E-28C5-4B35-BE30-FD66CA0975F3}" destId="{38EEDFBC-E465-49CB-8255-5E340AD91638}" srcOrd="0" destOrd="0" presId="urn:microsoft.com/office/officeart/2005/8/layout/process1"/>
    <dgm:cxn modelId="{6288083E-8909-4A1A-A5E4-20AF1E2975BD}" type="presOf" srcId="{347672C4-9D3F-41B3-98A0-143F9C7523C7}" destId="{4D57E2DA-387E-478B-BF15-164F2597ABBF}" srcOrd="1" destOrd="0" presId="urn:microsoft.com/office/officeart/2005/8/layout/process1"/>
    <dgm:cxn modelId="{53EE344F-A30F-4855-BD21-9855655D544A}" type="presOf" srcId="{6A891795-4E05-405D-A630-BC58894E693C}" destId="{6649A75E-FA62-4FF6-AE01-D86289769B21}" srcOrd="0" destOrd="0" presId="urn:microsoft.com/office/officeart/2005/8/layout/process1"/>
    <dgm:cxn modelId="{67307B78-5E0B-4811-8CB5-D8A230A48542}" srcId="{318A49DA-B96C-4A48-BA70-A98D35FB8910}" destId="{1534957E-28C5-4B35-BE30-FD66CA0975F3}" srcOrd="1" destOrd="0" parTransId="{AC6B5043-CE82-46CA-BE7D-06BC387C8E9C}" sibTransId="{304D3354-10F6-433D-84D5-58734B546B48}"/>
    <dgm:cxn modelId="{05AA4B7D-866C-48BC-9512-250D6A6C0DCB}" type="presOf" srcId="{6A891795-4E05-405D-A630-BC58894E693C}" destId="{9AEA62E9-179E-4999-8689-EC45CE1C2439}" srcOrd="1" destOrd="0" presId="urn:microsoft.com/office/officeart/2005/8/layout/process1"/>
    <dgm:cxn modelId="{BF8EE288-4AD4-4D02-A487-07B320F31E6A}" type="presOf" srcId="{347672C4-9D3F-41B3-98A0-143F9C7523C7}" destId="{567858D5-CD71-4115-A29C-B83C0A98C601}" srcOrd="0" destOrd="0" presId="urn:microsoft.com/office/officeart/2005/8/layout/process1"/>
    <dgm:cxn modelId="{09D7A598-E45E-48E2-8948-EA750ECD92D4}" srcId="{318A49DA-B96C-4A48-BA70-A98D35FB8910}" destId="{212A9E43-A00B-4FC8-B646-A0E2355C70F8}" srcOrd="2" destOrd="0" parTransId="{CBE5998D-C524-45F4-BA06-8BFDD770240A}" sibTransId="{347672C4-9D3F-41B3-98A0-143F9C7523C7}"/>
    <dgm:cxn modelId="{18469AD9-750D-4475-B3A1-E20952375C1B}" type="presOf" srcId="{212A9E43-A00B-4FC8-B646-A0E2355C70F8}" destId="{1B15BEC7-746B-4F22-A58E-C2BCF1F49D18}" srcOrd="0" destOrd="0" presId="urn:microsoft.com/office/officeart/2005/8/layout/process1"/>
    <dgm:cxn modelId="{1C8EA6DA-B468-4593-B8ED-C3A2CD96EDE7}" srcId="{318A49DA-B96C-4A48-BA70-A98D35FB8910}" destId="{1698D47A-1EF6-46FA-8EAD-782CB247ADEC}" srcOrd="0" destOrd="0" parTransId="{2886E1CF-C1F8-4EE5-A36E-396A3FAE1583}" sibTransId="{6A891795-4E05-405D-A630-BC58894E693C}"/>
    <dgm:cxn modelId="{56120DE2-4DC0-4A5B-8CFA-142710CA3175}" srcId="{318A49DA-B96C-4A48-BA70-A98D35FB8910}" destId="{EBDDE467-90F9-4818-BA6A-9138C0450763}" srcOrd="3" destOrd="0" parTransId="{5424741D-2628-486A-8298-60A4AE2635EF}" sibTransId="{C43BE1C5-CF85-45CB-9556-54A08C396553}"/>
    <dgm:cxn modelId="{06864EEB-5A8B-4548-8B36-90AC24DEA292}" type="presOf" srcId="{318A49DA-B96C-4A48-BA70-A98D35FB8910}" destId="{357325CC-CBC2-4EEE-B306-783FB5D778F4}" srcOrd="0" destOrd="0" presId="urn:microsoft.com/office/officeart/2005/8/layout/process1"/>
    <dgm:cxn modelId="{6C18FEF0-5055-411B-A284-B840641E8172}" type="presOf" srcId="{304D3354-10F6-433D-84D5-58734B546B48}" destId="{A3C8B46F-7DF9-444E-A281-639D7525D2B9}" srcOrd="0" destOrd="0" presId="urn:microsoft.com/office/officeart/2005/8/layout/process1"/>
    <dgm:cxn modelId="{0029D5F4-D49F-4312-8879-71152A645C78}" type="presOf" srcId="{304D3354-10F6-433D-84D5-58734B546B48}" destId="{DDD72D92-9C04-4B59-98EA-2F9CC916164C}" srcOrd="1" destOrd="0" presId="urn:microsoft.com/office/officeart/2005/8/layout/process1"/>
    <dgm:cxn modelId="{B98C33BD-60A6-4EC3-9E8D-42BC74B857E3}" type="presParOf" srcId="{357325CC-CBC2-4EEE-B306-783FB5D778F4}" destId="{1B0936FE-0CF6-4D1C-8539-008640596E42}" srcOrd="0" destOrd="0" presId="urn:microsoft.com/office/officeart/2005/8/layout/process1"/>
    <dgm:cxn modelId="{A186C7CA-5464-4C7C-B2F2-FFA2CDF620F9}" type="presParOf" srcId="{357325CC-CBC2-4EEE-B306-783FB5D778F4}" destId="{6649A75E-FA62-4FF6-AE01-D86289769B21}" srcOrd="1" destOrd="0" presId="urn:microsoft.com/office/officeart/2005/8/layout/process1"/>
    <dgm:cxn modelId="{30AB06D6-5B42-4627-A07D-B9ADEA06222C}" type="presParOf" srcId="{6649A75E-FA62-4FF6-AE01-D86289769B21}" destId="{9AEA62E9-179E-4999-8689-EC45CE1C2439}" srcOrd="0" destOrd="0" presId="urn:microsoft.com/office/officeart/2005/8/layout/process1"/>
    <dgm:cxn modelId="{06C81CD1-671C-40F5-BE56-DF77099DB0FE}" type="presParOf" srcId="{357325CC-CBC2-4EEE-B306-783FB5D778F4}" destId="{38EEDFBC-E465-49CB-8255-5E340AD91638}" srcOrd="2" destOrd="0" presId="urn:microsoft.com/office/officeart/2005/8/layout/process1"/>
    <dgm:cxn modelId="{2596DDFA-83E0-4034-8E94-624BB773D69C}" type="presParOf" srcId="{357325CC-CBC2-4EEE-B306-783FB5D778F4}" destId="{A3C8B46F-7DF9-444E-A281-639D7525D2B9}" srcOrd="3" destOrd="0" presId="urn:microsoft.com/office/officeart/2005/8/layout/process1"/>
    <dgm:cxn modelId="{F506CFFB-2D2E-41B3-9CEE-834622BF9F95}" type="presParOf" srcId="{A3C8B46F-7DF9-444E-A281-639D7525D2B9}" destId="{DDD72D92-9C04-4B59-98EA-2F9CC916164C}" srcOrd="0" destOrd="0" presId="urn:microsoft.com/office/officeart/2005/8/layout/process1"/>
    <dgm:cxn modelId="{F0822023-DEFB-4DD2-8334-33FEF0EB2AAD}" type="presParOf" srcId="{357325CC-CBC2-4EEE-B306-783FB5D778F4}" destId="{1B15BEC7-746B-4F22-A58E-C2BCF1F49D18}" srcOrd="4" destOrd="0" presId="urn:microsoft.com/office/officeart/2005/8/layout/process1"/>
    <dgm:cxn modelId="{8C5525A6-59DF-49BA-9A8B-19D09C441959}" type="presParOf" srcId="{357325CC-CBC2-4EEE-B306-783FB5D778F4}" destId="{567858D5-CD71-4115-A29C-B83C0A98C601}" srcOrd="5" destOrd="0" presId="urn:microsoft.com/office/officeart/2005/8/layout/process1"/>
    <dgm:cxn modelId="{8D7D303F-417B-47FE-AB40-A9929F76B669}" type="presParOf" srcId="{567858D5-CD71-4115-A29C-B83C0A98C601}" destId="{4D57E2DA-387E-478B-BF15-164F2597ABBF}" srcOrd="0" destOrd="0" presId="urn:microsoft.com/office/officeart/2005/8/layout/process1"/>
    <dgm:cxn modelId="{ACE2CDBA-3900-4DBC-B495-D7FA2D047795}" type="presParOf" srcId="{357325CC-CBC2-4EEE-B306-783FB5D778F4}" destId="{20CC0639-E521-473F-9AF9-AB1F7585508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2B79A-3BD4-47DD-A067-D5B5DD2BBB12}">
      <dsp:nvSpPr>
        <dsp:cNvPr id="0" name=""/>
        <dsp:cNvSpPr/>
      </dsp:nvSpPr>
      <dsp:spPr>
        <a:xfrm>
          <a:off x="4231" y="604673"/>
          <a:ext cx="1311820" cy="7870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ECG DATA</a:t>
          </a:r>
        </a:p>
      </dsp:txBody>
      <dsp:txXfrm>
        <a:off x="27284" y="627726"/>
        <a:ext cx="1265714" cy="740986"/>
      </dsp:txXfrm>
    </dsp:sp>
    <dsp:sp modelId="{B64064E9-8C3E-4C8F-9501-FA94F381718D}">
      <dsp:nvSpPr>
        <dsp:cNvPr id="0" name=""/>
        <dsp:cNvSpPr/>
      </dsp:nvSpPr>
      <dsp:spPr>
        <a:xfrm>
          <a:off x="1447234" y="835554"/>
          <a:ext cx="278105" cy="3253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447234" y="900620"/>
        <a:ext cx="194674" cy="195199"/>
      </dsp:txXfrm>
    </dsp:sp>
    <dsp:sp modelId="{4F15D58D-2D4F-4B93-858B-9AA075E682AB}">
      <dsp:nvSpPr>
        <dsp:cNvPr id="0" name=""/>
        <dsp:cNvSpPr/>
      </dsp:nvSpPr>
      <dsp:spPr>
        <a:xfrm>
          <a:off x="1840780" y="604673"/>
          <a:ext cx="1311820" cy="7870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 PROCEESING </a:t>
          </a:r>
          <a:endParaRPr lang="en-IN" sz="1500" kern="1200" dirty="0"/>
        </a:p>
      </dsp:txBody>
      <dsp:txXfrm>
        <a:off x="1863833" y="627726"/>
        <a:ext cx="1265714" cy="740986"/>
      </dsp:txXfrm>
    </dsp:sp>
    <dsp:sp modelId="{4BE6B6EC-31BB-4EF9-86DD-5C1C8D0F9F8B}">
      <dsp:nvSpPr>
        <dsp:cNvPr id="0" name=""/>
        <dsp:cNvSpPr/>
      </dsp:nvSpPr>
      <dsp:spPr>
        <a:xfrm>
          <a:off x="3283783" y="835554"/>
          <a:ext cx="278105" cy="3253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3283783" y="900620"/>
        <a:ext cx="194674" cy="195199"/>
      </dsp:txXfrm>
    </dsp:sp>
    <dsp:sp modelId="{44D78158-A96A-411B-99C8-553275D4D9E7}">
      <dsp:nvSpPr>
        <dsp:cNvPr id="0" name=""/>
        <dsp:cNvSpPr/>
      </dsp:nvSpPr>
      <dsp:spPr>
        <a:xfrm>
          <a:off x="3677329" y="604673"/>
          <a:ext cx="1311820" cy="7870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 </a:t>
          </a:r>
          <a:r>
            <a:rPr lang="en-US" sz="1500" kern="1200"/>
            <a:t>MODEL ANALYSIS</a:t>
          </a:r>
          <a:endParaRPr lang="en-IN" sz="1500" kern="1200" dirty="0"/>
        </a:p>
      </dsp:txBody>
      <dsp:txXfrm>
        <a:off x="3700382" y="627726"/>
        <a:ext cx="1265714" cy="740986"/>
      </dsp:txXfrm>
    </dsp:sp>
    <dsp:sp modelId="{808E5496-AC91-4AC5-AB2C-571FFF54C639}">
      <dsp:nvSpPr>
        <dsp:cNvPr id="0" name=""/>
        <dsp:cNvSpPr/>
      </dsp:nvSpPr>
      <dsp:spPr>
        <a:xfrm>
          <a:off x="5120332" y="835554"/>
          <a:ext cx="278105" cy="3253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5120332" y="900620"/>
        <a:ext cx="194674" cy="195199"/>
      </dsp:txXfrm>
    </dsp:sp>
    <dsp:sp modelId="{05C2D766-D055-4A21-83D4-B0F4B5079D17}">
      <dsp:nvSpPr>
        <dsp:cNvPr id="0" name=""/>
        <dsp:cNvSpPr/>
      </dsp:nvSpPr>
      <dsp:spPr>
        <a:xfrm>
          <a:off x="5513878" y="604673"/>
          <a:ext cx="1311820" cy="7870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RISK PREDICTION</a:t>
          </a:r>
        </a:p>
      </dsp:txBody>
      <dsp:txXfrm>
        <a:off x="5536931" y="627726"/>
        <a:ext cx="1265714" cy="740986"/>
      </dsp:txXfrm>
    </dsp:sp>
    <dsp:sp modelId="{DE62559F-EE02-49BE-B21C-65758DB67C2D}">
      <dsp:nvSpPr>
        <dsp:cNvPr id="0" name=""/>
        <dsp:cNvSpPr/>
      </dsp:nvSpPr>
      <dsp:spPr>
        <a:xfrm>
          <a:off x="6956881" y="835554"/>
          <a:ext cx="278105" cy="3253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956881" y="900620"/>
        <a:ext cx="194674" cy="195199"/>
      </dsp:txXfrm>
    </dsp:sp>
    <dsp:sp modelId="{ED0C586D-7C3B-4CC5-A403-B476E64962EE}">
      <dsp:nvSpPr>
        <dsp:cNvPr id="0" name=""/>
        <dsp:cNvSpPr/>
      </dsp:nvSpPr>
      <dsp:spPr>
        <a:xfrm>
          <a:off x="7350427" y="604673"/>
          <a:ext cx="1311820" cy="7870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ALERT SYSTEM</a:t>
          </a:r>
          <a:endParaRPr lang="en-IN" sz="1500" kern="1200" dirty="0"/>
        </a:p>
      </dsp:txBody>
      <dsp:txXfrm>
        <a:off x="7373480" y="627726"/>
        <a:ext cx="1265714" cy="7409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58ED4D-2BB9-4CE6-952E-A28E58D80FA9}">
      <dsp:nvSpPr>
        <dsp:cNvPr id="0" name=""/>
        <dsp:cNvSpPr/>
      </dsp:nvSpPr>
      <dsp:spPr>
        <a:xfrm>
          <a:off x="4149" y="277469"/>
          <a:ext cx="1286445" cy="7718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ECG DATA </a:t>
          </a:r>
          <a:endParaRPr lang="en-IN" sz="1100" kern="1200" dirty="0"/>
        </a:p>
      </dsp:txBody>
      <dsp:txXfrm>
        <a:off x="26756" y="300076"/>
        <a:ext cx="1241231" cy="726653"/>
      </dsp:txXfrm>
    </dsp:sp>
    <dsp:sp modelId="{6E04B93D-CA53-42A0-8E2D-41EC73357F84}">
      <dsp:nvSpPr>
        <dsp:cNvPr id="0" name=""/>
        <dsp:cNvSpPr/>
      </dsp:nvSpPr>
      <dsp:spPr>
        <a:xfrm>
          <a:off x="1419239" y="503883"/>
          <a:ext cx="272726" cy="3190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1419239" y="567691"/>
        <a:ext cx="190908" cy="191422"/>
      </dsp:txXfrm>
    </dsp:sp>
    <dsp:sp modelId="{7F4026BF-5782-4D67-AFA5-02B37DD786D2}">
      <dsp:nvSpPr>
        <dsp:cNvPr id="0" name=""/>
        <dsp:cNvSpPr/>
      </dsp:nvSpPr>
      <dsp:spPr>
        <a:xfrm>
          <a:off x="1805173" y="277469"/>
          <a:ext cx="1286445" cy="7718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PREPROCESSING</a:t>
          </a:r>
          <a:endParaRPr lang="en-IN" sz="1100" b="1" kern="1200" dirty="0"/>
        </a:p>
      </dsp:txBody>
      <dsp:txXfrm>
        <a:off x="1827780" y="300076"/>
        <a:ext cx="1241231" cy="726653"/>
      </dsp:txXfrm>
    </dsp:sp>
    <dsp:sp modelId="{B18F1E4B-6D62-4439-819E-04607F42E4A5}">
      <dsp:nvSpPr>
        <dsp:cNvPr id="0" name=""/>
        <dsp:cNvSpPr/>
      </dsp:nvSpPr>
      <dsp:spPr>
        <a:xfrm>
          <a:off x="3220263" y="503883"/>
          <a:ext cx="272726" cy="3190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3220263" y="567691"/>
        <a:ext cx="190908" cy="191422"/>
      </dsp:txXfrm>
    </dsp:sp>
    <dsp:sp modelId="{3B9FA11E-54D5-4C78-8462-E51D5D4C3D7C}">
      <dsp:nvSpPr>
        <dsp:cNvPr id="0" name=""/>
        <dsp:cNvSpPr/>
      </dsp:nvSpPr>
      <dsp:spPr>
        <a:xfrm>
          <a:off x="3606197" y="277469"/>
          <a:ext cx="1286445" cy="7718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FEATURE EXTRACTION</a:t>
          </a:r>
          <a:endParaRPr lang="en-IN" sz="1100" b="1" kern="1200" dirty="0"/>
        </a:p>
      </dsp:txBody>
      <dsp:txXfrm>
        <a:off x="3628804" y="300076"/>
        <a:ext cx="1241231" cy="726653"/>
      </dsp:txXfrm>
    </dsp:sp>
    <dsp:sp modelId="{1EC20C17-BD8B-4D4C-ABC7-BE44E9CCF1D8}">
      <dsp:nvSpPr>
        <dsp:cNvPr id="0" name=""/>
        <dsp:cNvSpPr/>
      </dsp:nvSpPr>
      <dsp:spPr>
        <a:xfrm>
          <a:off x="5021287" y="503883"/>
          <a:ext cx="272726" cy="3190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5021287" y="567691"/>
        <a:ext cx="190908" cy="191422"/>
      </dsp:txXfrm>
    </dsp:sp>
    <dsp:sp modelId="{C80DD5F6-3A9E-41CB-BBCA-E41D9505B63E}">
      <dsp:nvSpPr>
        <dsp:cNvPr id="0" name=""/>
        <dsp:cNvSpPr/>
      </dsp:nvSpPr>
      <dsp:spPr>
        <a:xfrm>
          <a:off x="5407220" y="277469"/>
          <a:ext cx="1286445" cy="7718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AI,ML MODEL ANALYSIS</a:t>
          </a:r>
          <a:endParaRPr lang="en-IN" sz="1100" b="1" kern="1200" dirty="0"/>
        </a:p>
      </dsp:txBody>
      <dsp:txXfrm>
        <a:off x="5429827" y="300076"/>
        <a:ext cx="1241231" cy="726653"/>
      </dsp:txXfrm>
    </dsp:sp>
    <dsp:sp modelId="{9039D181-01F6-47CF-BC5C-F04657A7B30D}">
      <dsp:nvSpPr>
        <dsp:cNvPr id="0" name=""/>
        <dsp:cNvSpPr/>
      </dsp:nvSpPr>
      <dsp:spPr>
        <a:xfrm>
          <a:off x="6822311" y="503883"/>
          <a:ext cx="272726" cy="3190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6822311" y="567691"/>
        <a:ext cx="190908" cy="191422"/>
      </dsp:txXfrm>
    </dsp:sp>
    <dsp:sp modelId="{04E1DD84-0752-4199-8F4B-05E0E56E46F2}">
      <dsp:nvSpPr>
        <dsp:cNvPr id="0" name=""/>
        <dsp:cNvSpPr/>
      </dsp:nvSpPr>
      <dsp:spPr>
        <a:xfrm>
          <a:off x="7208244" y="277469"/>
          <a:ext cx="1286445" cy="7718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EARLY PREDICTION ( NOT ACCURACY ) </a:t>
          </a:r>
          <a:endParaRPr lang="en-IN" sz="1100" kern="1200" dirty="0"/>
        </a:p>
      </dsp:txBody>
      <dsp:txXfrm>
        <a:off x="7230851" y="300076"/>
        <a:ext cx="1241231" cy="7266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0936FE-0CF6-4D1C-8539-008640596E42}">
      <dsp:nvSpPr>
        <dsp:cNvPr id="0" name=""/>
        <dsp:cNvSpPr/>
      </dsp:nvSpPr>
      <dsp:spPr>
        <a:xfrm>
          <a:off x="3790" y="310512"/>
          <a:ext cx="1657357" cy="994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ECG SIGNAL</a:t>
          </a:r>
          <a:endParaRPr lang="en-IN" sz="1500" b="1" kern="1200" dirty="0"/>
        </a:p>
      </dsp:txBody>
      <dsp:txXfrm>
        <a:off x="32915" y="339637"/>
        <a:ext cx="1599107" cy="936164"/>
      </dsp:txXfrm>
    </dsp:sp>
    <dsp:sp modelId="{6649A75E-FA62-4FF6-AE01-D86289769B21}">
      <dsp:nvSpPr>
        <dsp:cNvPr id="0" name=""/>
        <dsp:cNvSpPr/>
      </dsp:nvSpPr>
      <dsp:spPr>
        <a:xfrm>
          <a:off x="1826883" y="602207"/>
          <a:ext cx="351359" cy="41102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826883" y="684412"/>
        <a:ext cx="245951" cy="246614"/>
      </dsp:txXfrm>
    </dsp:sp>
    <dsp:sp modelId="{38EEDFBC-E465-49CB-8255-5E340AD91638}">
      <dsp:nvSpPr>
        <dsp:cNvPr id="0" name=""/>
        <dsp:cNvSpPr/>
      </dsp:nvSpPr>
      <dsp:spPr>
        <a:xfrm>
          <a:off x="2324091" y="310512"/>
          <a:ext cx="1657357" cy="994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 MODEL</a:t>
          </a:r>
          <a:endParaRPr lang="en-IN" sz="1500" kern="1200" dirty="0"/>
        </a:p>
      </dsp:txBody>
      <dsp:txXfrm>
        <a:off x="2353216" y="339637"/>
        <a:ext cx="1599107" cy="936164"/>
      </dsp:txXfrm>
    </dsp:sp>
    <dsp:sp modelId="{A3C8B46F-7DF9-444E-A281-639D7525D2B9}">
      <dsp:nvSpPr>
        <dsp:cNvPr id="0" name=""/>
        <dsp:cNvSpPr/>
      </dsp:nvSpPr>
      <dsp:spPr>
        <a:xfrm>
          <a:off x="4147184" y="602207"/>
          <a:ext cx="351359" cy="41102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4147184" y="684412"/>
        <a:ext cx="245951" cy="246614"/>
      </dsp:txXfrm>
    </dsp:sp>
    <dsp:sp modelId="{1B15BEC7-746B-4F22-A58E-C2BCF1F49D18}">
      <dsp:nvSpPr>
        <dsp:cNvPr id="0" name=""/>
        <dsp:cNvSpPr/>
      </dsp:nvSpPr>
      <dsp:spPr>
        <a:xfrm>
          <a:off x="4644391" y="310512"/>
          <a:ext cx="1657357" cy="994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CLASSIFICATION</a:t>
          </a:r>
          <a:endParaRPr lang="en-IN" sz="1500" b="1" kern="1200" dirty="0"/>
        </a:p>
      </dsp:txBody>
      <dsp:txXfrm>
        <a:off x="4673516" y="339637"/>
        <a:ext cx="1599107" cy="936164"/>
      </dsp:txXfrm>
    </dsp:sp>
    <dsp:sp modelId="{567858D5-CD71-4115-A29C-B83C0A98C601}">
      <dsp:nvSpPr>
        <dsp:cNvPr id="0" name=""/>
        <dsp:cNvSpPr/>
      </dsp:nvSpPr>
      <dsp:spPr>
        <a:xfrm>
          <a:off x="6467484" y="602207"/>
          <a:ext cx="351359" cy="41102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467484" y="684412"/>
        <a:ext cx="245951" cy="246614"/>
      </dsp:txXfrm>
    </dsp:sp>
    <dsp:sp modelId="{20CC0639-E521-473F-9AF9-AB1F75855085}">
      <dsp:nvSpPr>
        <dsp:cNvPr id="0" name=""/>
        <dsp:cNvSpPr/>
      </dsp:nvSpPr>
      <dsp:spPr>
        <a:xfrm>
          <a:off x="6964691" y="310512"/>
          <a:ext cx="1657357" cy="994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PREDICATION</a:t>
          </a:r>
          <a:endParaRPr lang="en-IN" sz="1500" kern="1200" dirty="0"/>
        </a:p>
      </dsp:txBody>
      <dsp:txXfrm>
        <a:off x="6993816" y="339637"/>
        <a:ext cx="1599107" cy="936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340F-D87F-F072-790A-122E6F451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BD497-86C0-B8CA-309A-8D5D07D13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E7453-C9DA-7A96-475E-14B8CE835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752AC-940F-4EF2-EA70-E5427F80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7D02E-EF20-585C-B212-74325FFC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49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5B5CC-3CFF-B838-D997-902D4B1D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C4489-C8DD-4300-D0E6-6BBCBC869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0CF3B-A498-B2E9-0EE2-BC162BDC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1B904-A025-11CC-568D-CBA0EDF7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B7DF0-384E-F03C-E512-BF30100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91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5CC5-8B9C-1F12-DDF5-ED5DA225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B8761-E0EB-DAAA-82D5-FBBC97F94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FC7D-34F1-43F6-87AA-D6B76061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92429-7961-52E5-07C3-9F276E9D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1D7D0-5C93-D92E-9C7F-717FCA1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3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B441-5C9E-7BFA-4227-E4C9E1608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6E8A-85E8-468F-27BC-F8FA4B010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F092D-2F94-AE26-06A6-9298A8F56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F8880-1243-AF1B-6588-3CEC6211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F3033-BDF0-56E5-D779-B226A411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34751-8AFB-7E8D-A415-E55D8AFE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951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D905-C025-9269-2477-4EE04BCB8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AA336-9225-1D78-57A0-197502C2F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31BE5-D61D-A0A9-A34F-36D6D22DA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1323C-2E30-9FDB-96FC-158F68FE7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EA79A-4985-A8EA-A615-BFC5B361E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A94734-9BF3-768E-2D9E-5D6BF7EF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76549-6EE0-F8DD-C81D-F5E92C3D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8D622-E67A-C3FC-8C13-D14F371C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65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5DC4-A3CC-ED43-6171-F7A64A81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60462-0FDE-0228-1057-1E61A5FB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F79B6-F11D-137A-2400-2644B99E4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C9643-730B-E057-48E5-526ADD2E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454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85CA6-44CD-EDB7-F3C8-22FA27B2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54416-C245-D2E7-E107-1E8CC463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09D26-61FA-41C1-EEC4-73AD7306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676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7010-3391-5B84-E167-851E4F0B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3C1DF-62BD-58BC-5825-730DD6E63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E9907-BB49-C9D0-3869-84C5682B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6B43B-B7F0-2D32-FDDD-94D263E8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E008B-8DF7-D949-9090-B176ABD7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3A093-D594-F0EF-A909-9979CDD9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549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E313-C44E-7883-03A4-89CECF403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0B750-3D06-2FA6-CC6C-60B0D4A45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4A1A5-CEE7-8ECC-FEC9-06F1A52ED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E2D66-8407-AA24-5931-95E4A751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29847-B48E-E611-5652-8F93D3C6F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780CA-3A5A-9343-9DDB-0A6C0BEA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57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97F8-2CAC-EB57-CEF6-E4EE7E17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0C037-630E-4D6A-FDC6-B32774453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AC2B2-2E76-4BA8-E8B5-C27BA5A1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1F203-C657-F8E2-CE65-71568386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BEA64-5E17-D1DA-A50C-B12C6E37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106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D9FFC-81EF-F2FA-8843-18E2A3FB83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5D184-F76B-66D6-16E4-408841360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288-B0EA-E3DF-48FC-2992A7332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88781-5EB1-8610-FC78-3BC2EC7A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7D023-5F5A-510A-92F6-98ED4B54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15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32E34-E986-1489-5E66-4E1F343BF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34777-7E45-C31E-850F-27D192E20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3AC15-B11B-9B64-84E1-CD8E3A120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15766-C4D9-490C-983D-1995020A7CBE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510EA-AD79-4E4F-1CFB-3D57FF8B3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F1CEA-AFAC-BDA2-A1CE-D6D7811E7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2F9CD-CC7D-4708-B7F2-54CEB8B76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1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F6BB-A7E5-C95E-EBC7-529EE9954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7719" y="167149"/>
            <a:ext cx="9144000" cy="1317523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EXPLAINABLE AI-POWERED EARLY HEART FAILURE PREDICTION USING ECG SIGNALS</a:t>
            </a:r>
            <a:endParaRPr lang="en-IN" sz="4400" dirty="0">
              <a:solidFill>
                <a:schemeClr val="bg1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486C2-4FF4-0D82-6361-C45A983C1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58297"/>
            <a:ext cx="12191999" cy="4832554"/>
          </a:xfrm>
          <a:solidFill>
            <a:srgbClr val="0A192F"/>
          </a:solidFill>
        </p:spPr>
        <p:txBody>
          <a:bodyPr>
            <a:no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Presented by</a:t>
            </a:r>
          </a:p>
          <a:p>
            <a:r>
              <a:rPr lang="en-IN" sz="2200" dirty="0">
                <a:solidFill>
                  <a:schemeClr val="bg1"/>
                </a:solidFill>
              </a:rPr>
              <a:t>PRAGATHEESVAR A</a:t>
            </a:r>
          </a:p>
          <a:p>
            <a:r>
              <a:rPr lang="en-IN" sz="2200" dirty="0">
                <a:solidFill>
                  <a:schemeClr val="bg1"/>
                </a:solidFill>
              </a:rPr>
              <a:t>MOHAMED NIFRAS S.S</a:t>
            </a:r>
          </a:p>
          <a:p>
            <a:r>
              <a:rPr lang="en-IN" sz="2200" dirty="0">
                <a:solidFill>
                  <a:schemeClr val="bg1"/>
                </a:solidFill>
              </a:rPr>
              <a:t>POOVARASAN K</a:t>
            </a:r>
          </a:p>
          <a:p>
            <a:r>
              <a:rPr lang="en-IN" sz="2200" dirty="0">
                <a:solidFill>
                  <a:schemeClr val="bg1"/>
                </a:solidFill>
              </a:rPr>
              <a:t>PARTIBAN S</a:t>
            </a:r>
          </a:p>
          <a:p>
            <a:r>
              <a:rPr lang="en-IN" sz="2200" dirty="0">
                <a:solidFill>
                  <a:schemeClr val="bg1"/>
                </a:solidFill>
              </a:rPr>
              <a:t>PRADEEP S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200" dirty="0">
                <a:solidFill>
                  <a:schemeClr val="bg1"/>
                </a:solidFill>
              </a:rPr>
              <a:t>AI &amp; DS  </a:t>
            </a:r>
          </a:p>
          <a:p>
            <a:r>
              <a:rPr lang="en-IN" sz="2200" dirty="0">
                <a:solidFill>
                  <a:schemeClr val="bg1"/>
                </a:solidFill>
              </a:rPr>
              <a:t>DHANALAKSHMI SRINIVASAN COLLEGE OF ENGINEERING</a:t>
            </a:r>
          </a:p>
          <a:p>
            <a:r>
              <a:rPr lang="en-IN" sz="2200" dirty="0">
                <a:solidFill>
                  <a:schemeClr val="bg1"/>
                </a:solidFill>
              </a:rPr>
              <a:t>COIMBATORE,INDIA</a:t>
            </a:r>
          </a:p>
          <a:p>
            <a:r>
              <a:rPr lang="en-US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Predicting Heart Failure Risk Up To 5 Years Earlier Using Explainable  Artificial Intelligence</a:t>
            </a:r>
            <a:endParaRPr lang="en-IN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69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A282-5413-5765-D3DB-65E4BA1A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37" y="0"/>
            <a:ext cx="11138525" cy="1122947"/>
          </a:xfrm>
        </p:spPr>
        <p:txBody>
          <a:bodyPr>
            <a:normAutofit/>
          </a:bodyPr>
          <a:lstStyle/>
          <a:p>
            <a:pPr algn="ctr"/>
            <a:r>
              <a:rPr lang="en-US" sz="4200" b="1" dirty="0">
                <a:solidFill>
                  <a:srgbClr val="E0E0E0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INTRODUCTION</a:t>
            </a:r>
            <a:endParaRPr lang="en-IN" sz="4200" b="1" dirty="0">
              <a:solidFill>
                <a:srgbClr val="E0E0E0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E9485-8AAF-1776-87A6-15E482316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49" y="979713"/>
            <a:ext cx="7926379" cy="5715001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failure is a serious medical condition where the heart cannot pump blood efficiently.</a:t>
            </a:r>
          </a:p>
          <a:p>
            <a:r>
              <a:rPr lang="en-US" sz="24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affects over 64+ million people worldwide.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Early detection is crucial to improves survival and reduce complications.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Traditional diagnosis often happens after symptoms         appear.</a:t>
            </a:r>
          </a:p>
          <a:p>
            <a:r>
              <a:rPr lang="en-US" sz="24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AI system analyzes 24-hour ECG data to predict risk up to 5 years early</a:t>
            </a:r>
          </a:p>
          <a:p>
            <a:endParaRPr lang="en-US" sz="2400" dirty="0">
              <a:solidFill>
                <a:srgbClr val="E0E0E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C6FF"/>
                </a:solidFill>
              </a:rPr>
              <a:t>64+ Million cases worldwide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C6FF"/>
                </a:solidFill>
              </a:rPr>
              <a:t> Early Risk detection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C6FF"/>
                </a:solidFill>
              </a:rPr>
              <a:t>AI-Based Analysis system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C6FF"/>
                </a:solidFill>
              </a:rPr>
              <a:t>24-hour ECG Monitoring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rgbClr val="00C6FF"/>
                </a:solidFill>
              </a:rPr>
              <a:t>upto</a:t>
            </a:r>
            <a:r>
              <a:rPr lang="en-US" altLang="en-US" sz="2400" dirty="0">
                <a:solidFill>
                  <a:srgbClr val="00C6FF"/>
                </a:solidFill>
              </a:rPr>
              <a:t> 5 years early detection</a:t>
            </a:r>
          </a:p>
          <a:p>
            <a:pPr lvl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C6FF"/>
              </a:solidFill>
              <a:effectLst/>
              <a:latin typeface="Arial" panose="020B0604020202020204" pitchFamily="34" charset="0"/>
            </a:endParaRPr>
          </a:p>
          <a:p>
            <a:endParaRPr lang="en-IN" sz="2400" dirty="0">
              <a:solidFill>
                <a:srgbClr val="E0E0E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0B750-BF1D-220A-D116-284FDC26B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" r="-2185" b="2222"/>
          <a:stretch>
            <a:fillRect/>
          </a:stretch>
        </p:blipFill>
        <p:spPr>
          <a:xfrm>
            <a:off x="8017328" y="408215"/>
            <a:ext cx="4174671" cy="61645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4958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31EA-D1D5-5A71-81A1-2A8E0EAA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16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SUSTAINABLE DEVELOPMENT GOALS (SDG)</a:t>
            </a:r>
            <a:endParaRPr lang="en-IN" b="1" dirty="0">
              <a:solidFill>
                <a:schemeClr val="bg1"/>
              </a:solidFill>
              <a:latin typeface="Calibri bold" panose="020F070203040403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A198B-5AB2-E395-0D22-124B7B033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10" y="1185863"/>
            <a:ext cx="7297882" cy="4061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SDG 3: Good Health and Well-being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Our AI system helps in early detection of heart failure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Reduces death rates through early diagnosis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Supports affordable healthcare using AI technology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Helps rural and low-resource areas with accessible screening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Promotes preventive healthcare instead of reactive treatment</a:t>
            </a:r>
            <a:endParaRPr lang="en-IN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72590C-C957-17DC-BABC-7648DF6DB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833" y="1447728"/>
            <a:ext cx="4248386" cy="429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86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2968-4259-8089-9DBF-7027DF8B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29" y="0"/>
            <a:ext cx="10515600" cy="1061357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STATEMENT</a:t>
            </a: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60A88-0159-7A96-66D6-9D5662F40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789" y="1061357"/>
            <a:ext cx="10972800" cy="5796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Heart failure is causes millions of deaths globally each year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Early-stage symptoms are often unnoticed or ignored.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Traditional diagnosis is slow, expensive, and reactive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large ECG datasets are difficult to analyze manually.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An intelligent AI system is required for fast and early risk detection.</a:t>
            </a:r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49330F-D08E-F09A-B0A3-7791088A9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746" y="3429000"/>
            <a:ext cx="6809014" cy="32820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4727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D62C-2959-0BE1-BA79-B79913E9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807"/>
            <a:ext cx="10515600" cy="1321233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29FEF-C5AC-CD40-8E06-CD101C008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63040"/>
            <a:ext cx="9646920" cy="469392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 </a:t>
            </a:r>
            <a:r>
              <a:rPr lang="en-US" b="1" dirty="0">
                <a:solidFill>
                  <a:schemeClr val="bg1"/>
                </a:solidFill>
              </a:rPr>
              <a:t>AI-based system </a:t>
            </a:r>
            <a:r>
              <a:rPr lang="en-US" dirty="0">
                <a:solidFill>
                  <a:schemeClr val="bg1"/>
                </a:solidFill>
              </a:rPr>
              <a:t>for automated and accurate ECG analysis.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Continuously monitors long-term heart activity(24- hour ECG)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Detects hidden patterns using advanced machine learning models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Predicts heart failure risk at an </a:t>
            </a:r>
            <a:r>
              <a:rPr lang="en-US" b="1" dirty="0">
                <a:solidFill>
                  <a:schemeClr val="bg1"/>
                </a:solidFill>
              </a:rPr>
              <a:t>early stage.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Sends </a:t>
            </a:r>
            <a:r>
              <a:rPr lang="en-US" b="1" dirty="0">
                <a:solidFill>
                  <a:schemeClr val="bg1"/>
                </a:solidFill>
              </a:rPr>
              <a:t>real-time alerts </a:t>
            </a:r>
            <a:r>
              <a:rPr lang="en-US" dirty="0">
                <a:solidFill>
                  <a:schemeClr val="bg1"/>
                </a:solidFill>
              </a:rPr>
              <a:t>for faster and life-saving decisions.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F91A237-07A8-3293-EA84-078D109352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624257"/>
              </p:ext>
            </p:extLst>
          </p:nvPr>
        </p:nvGraphicFramePr>
        <p:xfrm>
          <a:off x="1654925" y="4719753"/>
          <a:ext cx="8666480" cy="199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374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CAF4-AFC4-0F12-A540-D8A331E4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59"/>
            <a:ext cx="10515600" cy="123444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                              METHODOLOGY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A8897-B9C1-4E38-E7AF-F0B2471C6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71600"/>
            <a:ext cx="11079480" cy="43281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ECG signals are collected from patient monitoring devices.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is preprocessed to remove noise and improve signal quality.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key features are extracted to capture heart behavior patterns.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AI/ML models analyze patterns for early risk detection.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•System predicts heart failure risk and supports timely intervention.</a:t>
            </a:r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6368735-DEF9-755C-6C44-C8C07F3487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9858941"/>
              </p:ext>
            </p:extLst>
          </p:nvPr>
        </p:nvGraphicFramePr>
        <p:xfrm>
          <a:off x="1761374" y="5486400"/>
          <a:ext cx="8498840" cy="1326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960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61C1-8BFE-C6C5-1FFB-14FB9B9D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291" y="-157018"/>
            <a:ext cx="10515600" cy="13877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DATASET </a:t>
            </a: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0D35B-80C2-C3DA-32B4-ABE3AA5F6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876300"/>
            <a:ext cx="9281160" cy="29794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Real-world ECG data collected from patient monitoring systems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captures electrical signals of heart activity over time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Includes labeled normal and abnormal heart conditions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Enables training and testing of AI/ML model.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Dataset source: PhysioNet ( publicly available medical dataset)</a:t>
            </a:r>
          </a:p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contains large-scale time-series ECG signals</a:t>
            </a:r>
            <a:b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670B7C-9086-CA03-1C33-CEC051E75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420" y="3855720"/>
            <a:ext cx="7726680" cy="28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8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1744-FD91-67A5-33AB-D5DB041E2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15715"/>
            <a:ext cx="10789920" cy="1173005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TOOLS,TECH STACK &amp; ALGORITHMS</a:t>
            </a: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D6D2A-6B9C-2077-A8AB-2653935AD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1005840"/>
            <a:ext cx="4632960" cy="5684520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ML ALGORITHMS </a:t>
            </a:r>
          </a:p>
          <a:p>
            <a:pPr marL="0" indent="0">
              <a:buNone/>
            </a:pPr>
            <a:b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21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Convolutional Neural Networks (CNN) </a:t>
            </a: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ECG pattern detection</a:t>
            </a:r>
          </a:p>
          <a:p>
            <a:pPr marL="0" indent="0">
              <a:buNone/>
            </a:pPr>
            <a:b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21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vector Machine ( SVM ) </a:t>
            </a: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signal classification</a:t>
            </a:r>
          </a:p>
          <a:p>
            <a:pPr marL="0" indent="0">
              <a:buNone/>
            </a:pPr>
            <a:b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21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</a:t>
            </a: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improve prediction</a:t>
            </a:r>
          </a:p>
          <a:p>
            <a:pPr marL="0" indent="0" algn="ctr">
              <a:buNone/>
            </a:pP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Technologies </a:t>
            </a:r>
            <a:b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21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</a:t>
            </a:r>
            <a:b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21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NumPy, Pandas , Matplotlib </a:t>
            </a: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data processing </a:t>
            </a:r>
            <a:b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21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TensorFlow/</a:t>
            </a:r>
            <a:r>
              <a:rPr lang="en-IN" sz="2100" b="1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IN" sz="21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model training and deployment</a:t>
            </a:r>
          </a:p>
          <a:p>
            <a:pPr marL="0" indent="0">
              <a:buNone/>
            </a:pPr>
            <a:br>
              <a:rPr lang="en-IN" sz="21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1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F65546-D180-B3D7-542C-2061251CE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960" y="1081565"/>
            <a:ext cx="7056120" cy="56845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3536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C4F80-3D15-EBA5-04F2-32BAAFBC3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34439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RESULTS / EXPECTED OUTPUT</a:t>
            </a: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10DE7-5198-8973-CCAB-84D8966B3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0" y="1234440"/>
            <a:ext cx="7338060" cy="3352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AI Model detects abnormal </a:t>
            </a:r>
            <a:r>
              <a:rPr lang="en-US" b="1" dirty="0">
                <a:solidFill>
                  <a:schemeClr val="bg1"/>
                </a:solidFill>
              </a:rPr>
              <a:t>ECG patterns </a:t>
            </a:r>
            <a:r>
              <a:rPr lang="en-US" dirty="0">
                <a:solidFill>
                  <a:schemeClr val="bg1"/>
                </a:solidFill>
              </a:rPr>
              <a:t>with high accuracy 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Classifies patients into </a:t>
            </a:r>
            <a:r>
              <a:rPr lang="en-US" b="1" dirty="0">
                <a:solidFill>
                  <a:schemeClr val="bg1"/>
                </a:solidFill>
              </a:rPr>
              <a:t>Normal or Risk categories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Provide fast and reliable predication results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Supports doctors in early diagnosis and </a:t>
            </a:r>
            <a:r>
              <a:rPr lang="en-US" b="1" dirty="0">
                <a:solidFill>
                  <a:schemeClr val="bg1"/>
                </a:solidFill>
              </a:rPr>
              <a:t>decision-making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Helps </a:t>
            </a:r>
            <a:r>
              <a:rPr lang="en-US" b="1" dirty="0">
                <a:solidFill>
                  <a:schemeClr val="bg1"/>
                </a:solidFill>
              </a:rPr>
              <a:t>reduce risk </a:t>
            </a:r>
            <a:r>
              <a:rPr lang="en-US" dirty="0">
                <a:solidFill>
                  <a:schemeClr val="bg1"/>
                </a:solidFill>
              </a:rPr>
              <a:t>through early intervention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Accuracy : 90%+</a:t>
            </a:r>
            <a:endParaRPr lang="en-IN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53ABE8D-9F28-CED2-E0A9-D36DA74121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3999440"/>
              </p:ext>
            </p:extLst>
          </p:nvPr>
        </p:nvGraphicFramePr>
        <p:xfrm>
          <a:off x="1432560" y="5242560"/>
          <a:ext cx="8625840" cy="1615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39CEE6C-9CFE-4119-CAF4-EEBDB94BA8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260" y="0"/>
            <a:ext cx="4015740" cy="53279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5371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E5E3-3D23-BB95-D933-8383E277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6200"/>
            <a:ext cx="10515600" cy="115824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CONCLUSION</a:t>
            </a:r>
            <a:endParaRPr lang="en-IN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356AE-F768-9B9B-071E-F95BE63B5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" y="1082041"/>
            <a:ext cx="10835640" cy="4983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The proposed AI system analyzes day-long ECG signals effectively.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Machine learning models detect abnormal heart patterns.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The system predicts the risk of heart failure at an early stage.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Early prediction can help doctors provide better treatment.</a:t>
            </a:r>
          </a:p>
          <a:p>
            <a:pPr marL="0" indent="0"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AI-based healthcare systems can improve patient monitoring and diagnosis.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33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9BF9-64DD-7BB8-974D-00DC10CE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11551920" cy="1493519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                                  THANK YOU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AE56D-8EBF-FB0F-D1EC-77502043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49" y="1179870"/>
            <a:ext cx="4501699" cy="54470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ANY  QUESTIONS ?</a:t>
            </a:r>
          </a:p>
          <a:p>
            <a:pPr marL="0" indent="0">
              <a:buNone/>
            </a:pP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Presented by </a:t>
            </a:r>
            <a:b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PRAGATHEESVAR A</a:t>
            </a:r>
            <a:b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MOHAMED NIFRAS S.S</a:t>
            </a:r>
          </a:p>
          <a:p>
            <a:pPr marL="0" indent="0" algn="ctr">
              <a:buNone/>
            </a:pP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POOVARASAN K</a:t>
            </a:r>
            <a:b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PARTHIBAN S</a:t>
            </a:r>
          </a:p>
          <a:p>
            <a:pPr marL="0" indent="0" algn="ctr">
              <a:buNone/>
            </a:pP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PRADEEP S</a:t>
            </a: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</a:t>
            </a:r>
            <a:endParaRPr lang="en-IN" sz="3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C67E73-16B7-209B-503B-321E60CE3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7" t="10170" r="387" b="8232"/>
          <a:stretch>
            <a:fillRect/>
          </a:stretch>
        </p:blipFill>
        <p:spPr>
          <a:xfrm>
            <a:off x="6324600" y="457201"/>
            <a:ext cx="5608320" cy="597408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2088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679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bold</vt:lpstr>
      <vt:lpstr>Office Theme</vt:lpstr>
      <vt:lpstr>EXPLAINABLE AI-POWERED EARLY HEART FAILURE PREDICTION USING ECG SIGNALS</vt:lpstr>
      <vt:lpstr>INTRODUCTION</vt:lpstr>
      <vt:lpstr>SUSTAINABLE DEVELOPMENT GOALS (SDG)</vt:lpstr>
      <vt:lpstr>                     PROBLEM STATEMENT</vt:lpstr>
      <vt:lpstr>                     PROPOSED SOLUTION</vt:lpstr>
      <vt:lpstr>                              METHODOLOGY</vt:lpstr>
      <vt:lpstr>                                 DATASET </vt:lpstr>
      <vt:lpstr>       TOOLS,TECH STACK &amp; ALGORITHMS</vt:lpstr>
      <vt:lpstr>  RESULTS / EXPECTED OUTPUT</vt:lpstr>
      <vt:lpstr>                             CONCLUSION</vt:lpstr>
      <vt:lpstr>   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Pragatheesvar A</dc:creator>
  <cp:lastModifiedBy>Pragatheesvar A</cp:lastModifiedBy>
  <cp:revision>9</cp:revision>
  <cp:lastPrinted>2026-03-27T05:21:05Z</cp:lastPrinted>
  <dcterms:created xsi:type="dcterms:W3CDTF">2026-03-11T10:09:43Z</dcterms:created>
  <dcterms:modified xsi:type="dcterms:W3CDTF">2026-03-27T12:51:53Z</dcterms:modified>
</cp:coreProperties>
</file>